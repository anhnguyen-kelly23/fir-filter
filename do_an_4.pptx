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14"/>
  </p:notesMasterIdLst>
  <p:sldIdLst>
    <p:sldId id="257" r:id="rId2"/>
    <p:sldId id="258" r:id="rId3"/>
    <p:sldId id="259" r:id="rId4"/>
    <p:sldId id="260" r:id="rId5"/>
    <p:sldId id="261" r:id="rId6"/>
    <p:sldId id="263" r:id="rId7"/>
    <p:sldId id="264" r:id="rId8"/>
    <p:sldId id="270" r:id="rId9"/>
    <p:sldId id="271" r:id="rId10"/>
    <p:sldId id="265" r:id="rId11"/>
    <p:sldId id="269" r:id="rId12"/>
    <p:sldId id="266" r:id="rId13"/>
  </p:sldIdLst>
  <p:sldSz cx="9144000" cy="5143500" type="screen16x9"/>
  <p:notesSz cx="6858000" cy="9144000"/>
  <p:embeddedFontLst>
    <p:embeddedFont>
      <p:font typeface="Aptos Black" panose="020B0004020202020204" pitchFamily="34" charset="0"/>
      <p:bold r:id="rId15"/>
    </p:embeddedFont>
    <p:embeddedFont>
      <p:font typeface="Bahnschrift SemiBold" panose="020B0502040204020203" pitchFamily="34" charset="0"/>
      <p:bold r:id="rId16"/>
    </p:embeddedFont>
    <p:embeddedFont>
      <p:font typeface="Cambria Math" panose="02040503050406030204" pitchFamily="18" charset="0"/>
      <p:regular r:id="rId17"/>
    </p:embeddedFont>
    <p:embeddedFont>
      <p:font typeface="Consolas" panose="020B0609020204030204" pitchFamily="49" charset="0"/>
      <p:regular r:id="rId18"/>
      <p:bold r:id="rId19"/>
      <p:italic r:id="rId20"/>
      <p:boldItalic r:id="rId21"/>
    </p:embeddedFont>
    <p:embeddedFont>
      <p:font typeface="Impact" panose="020B0806030902050204" pitchFamily="34" charset="0"/>
      <p:regular r:id="rId22"/>
    </p:embeddedFont>
    <p:embeddedFont>
      <p:font typeface="Merriweather" panose="00000500000000000000" pitchFamily="2" charset="-93"/>
      <p:regular r:id="rId23"/>
      <p:bold r:id="rId24"/>
      <p:italic r:id="rId25"/>
      <p:boldItalic r:id="rId26"/>
    </p:embeddedFont>
    <p:embeddedFont>
      <p:font typeface="Merriweather Sans" pitchFamily="2" charset="-93"/>
      <p:regular r:id="rId27"/>
      <p:bold r:id="rId28"/>
      <p:italic r:id="rId29"/>
      <p:boldItalic r:id="rId30"/>
    </p:embeddedFont>
    <p:embeddedFont>
      <p:font typeface="Merriweather Sans Light" pitchFamily="2" charset="-93"/>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447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3" d="100"/>
          <a:sy n="103" d="100"/>
        </p:scale>
        <p:origin x="317" y="9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font" Target="fonts/font12.fntdata"/><Relationship Id="rId21" Type="http://schemas.openxmlformats.org/officeDocument/2006/relationships/font" Target="fonts/font7.fntdata"/><Relationship Id="rId34" Type="http://schemas.openxmlformats.org/officeDocument/2006/relationships/font" Target="fonts/font20.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33" Type="http://schemas.openxmlformats.org/officeDocument/2006/relationships/font" Target="fonts/font19.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32" Type="http://schemas.openxmlformats.org/officeDocument/2006/relationships/font" Target="fonts/font18.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font" Target="fonts/font14.fntdata"/><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5.fntdata"/><Relationship Id="rId31" Type="http://schemas.openxmlformats.org/officeDocument/2006/relationships/font" Target="fonts/font1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font" Target="fonts/font13.fntdata"/><Relationship Id="rId30" Type="http://schemas.openxmlformats.org/officeDocument/2006/relationships/font" Target="fonts/font16.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3"/>
        <p:cNvGrpSpPr/>
        <p:nvPr/>
      </p:nvGrpSpPr>
      <p:grpSpPr>
        <a:xfrm>
          <a:off x="0" y="0"/>
          <a:ext cx="0" cy="0"/>
          <a:chOff x="0" y="0"/>
          <a:chExt cx="0" cy="0"/>
        </a:xfrm>
      </p:grpSpPr>
      <p:sp>
        <p:nvSpPr>
          <p:cNvPr id="144" name="Google Shape;144;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 name="Google Shape;145;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a85358d7bc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2a85358d7bc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g2a85358d7bc_0_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9" name="Google Shape;159;g2a85358d7bc_0_1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2a85358d7bc_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2a85358d7bc_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g2a85358d7bc_0_1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8" name="Google Shape;178;g2a85358d7bc_0_1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2a85358d7bc_0_1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1" name="Google Shape;231;g2a85358d7bc_0_1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2a85358d7bc_0_1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2a85358d7bc_0_1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g2a85358d7bc_0_1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6" name="Google Shape;246;g2a85358d7bc_0_1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a85358d7bc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1" name="Google Shape;151;g2a85358d7bc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910456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2a85358d7bc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2a85358d7bc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56400" y="1951200"/>
            <a:ext cx="4874400" cy="1242000"/>
          </a:xfrm>
          <a:prstGeom prst="rect">
            <a:avLst/>
          </a:prstGeom>
        </p:spPr>
        <p:txBody>
          <a:bodyPr spcFirstLastPara="1" wrap="square" lIns="91425" tIns="91425" rIns="91425" bIns="91425" anchor="ctr" anchorCtr="0">
            <a:normAutofit/>
          </a:bodyPr>
          <a:lstStyle>
            <a:lvl1pPr lvl="0">
              <a:spcBef>
                <a:spcPts val="0"/>
              </a:spcBef>
              <a:spcAft>
                <a:spcPts val="0"/>
              </a:spcAft>
              <a:buSzPts val="5200"/>
              <a:buNone/>
              <a:defRPr sz="5200"/>
            </a:lvl1pPr>
            <a:lvl2pPr lvl="1">
              <a:spcBef>
                <a:spcPts val="0"/>
              </a:spcBef>
              <a:spcAft>
                <a:spcPts val="0"/>
              </a:spcAft>
              <a:buSzPts val="5200"/>
              <a:buNone/>
              <a:defRPr sz="5200"/>
            </a:lvl2pPr>
            <a:lvl3pPr lvl="2">
              <a:spcBef>
                <a:spcPts val="0"/>
              </a:spcBef>
              <a:spcAft>
                <a:spcPts val="0"/>
              </a:spcAft>
              <a:buSzPts val="5200"/>
              <a:buNone/>
              <a:defRPr sz="5200"/>
            </a:lvl3pPr>
            <a:lvl4pPr lvl="3">
              <a:spcBef>
                <a:spcPts val="0"/>
              </a:spcBef>
              <a:spcAft>
                <a:spcPts val="0"/>
              </a:spcAft>
              <a:buSzPts val="5200"/>
              <a:buNone/>
              <a:defRPr sz="5200"/>
            </a:lvl4pPr>
            <a:lvl5pPr lvl="4">
              <a:spcBef>
                <a:spcPts val="0"/>
              </a:spcBef>
              <a:spcAft>
                <a:spcPts val="0"/>
              </a:spcAft>
              <a:buSzPts val="5200"/>
              <a:buNone/>
              <a:defRPr sz="5200"/>
            </a:lvl5pPr>
            <a:lvl6pPr lvl="5">
              <a:spcBef>
                <a:spcPts val="0"/>
              </a:spcBef>
              <a:spcAft>
                <a:spcPts val="0"/>
              </a:spcAft>
              <a:buSzPts val="5200"/>
              <a:buNone/>
              <a:defRPr sz="5200"/>
            </a:lvl6pPr>
            <a:lvl7pPr lvl="6">
              <a:spcBef>
                <a:spcPts val="0"/>
              </a:spcBef>
              <a:spcAft>
                <a:spcPts val="0"/>
              </a:spcAft>
              <a:buSzPts val="5200"/>
              <a:buNone/>
              <a:defRPr sz="5200"/>
            </a:lvl7pPr>
            <a:lvl8pPr lvl="7">
              <a:spcBef>
                <a:spcPts val="0"/>
              </a:spcBef>
              <a:spcAft>
                <a:spcPts val="0"/>
              </a:spcAft>
              <a:buSzPts val="5200"/>
              <a:buNone/>
              <a:defRPr sz="5200"/>
            </a:lvl8pPr>
            <a:lvl9pPr lvl="8">
              <a:spcBef>
                <a:spcPts val="0"/>
              </a:spcBef>
              <a:spcAft>
                <a:spcPts val="0"/>
              </a:spcAft>
              <a:buSzPts val="5200"/>
              <a:buNone/>
              <a:defRPr sz="5200"/>
            </a:lvl9pPr>
          </a:lstStyle>
          <a:p>
            <a:endParaRPr/>
          </a:p>
        </p:txBody>
      </p:sp>
      <p:sp>
        <p:nvSpPr>
          <p:cNvPr id="11" name="Google Shape;11;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12" name="Google Shape;12;p2"/>
          <p:cNvSpPr/>
          <p:nvPr/>
        </p:nvSpPr>
        <p:spPr>
          <a:xfrm>
            <a:off x="4292275" y="-1133350"/>
            <a:ext cx="3291600" cy="3291600"/>
          </a:xfrm>
          <a:prstGeom prst="ellipse">
            <a:avLst/>
          </a:prstGeom>
          <a:solidFill>
            <a:srgbClr val="008069">
              <a:alpha val="2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3" name="Google Shape;13;p2"/>
          <p:cNvSpPr/>
          <p:nvPr/>
        </p:nvSpPr>
        <p:spPr>
          <a:xfrm rot="10800000" flipH="1">
            <a:off x="5232725" y="-158214"/>
            <a:ext cx="2122003" cy="4533214"/>
          </a:xfrm>
          <a:custGeom>
            <a:avLst/>
            <a:gdLst/>
            <a:ahLst/>
            <a:cxnLst/>
            <a:rect l="l" t="t" r="r" b="b"/>
            <a:pathLst>
              <a:path w="28388" h="60645" extrusionOk="0">
                <a:moveTo>
                  <a:pt x="1" y="1"/>
                </a:moveTo>
                <a:lnTo>
                  <a:pt x="1" y="60644"/>
                </a:lnTo>
                <a:lnTo>
                  <a:pt x="28388" y="60644"/>
                </a:lnTo>
                <a:lnTo>
                  <a:pt x="28388" y="28421"/>
                </a:lnTo>
                <a:cubicBezTo>
                  <a:pt x="28388" y="12743"/>
                  <a:pt x="15679" y="1"/>
                  <a:pt x="1" y="1"/>
                </a:cubicBezTo>
                <a:close/>
              </a:path>
            </a:pathLst>
          </a:custGeom>
          <a:solidFill>
            <a:srgbClr val="0080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a:spLocks noGrp="1"/>
          </p:cNvSpPr>
          <p:nvPr>
            <p:ph type="pic" idx="2"/>
          </p:nvPr>
        </p:nvSpPr>
        <p:spPr>
          <a:xfrm>
            <a:off x="6282000" y="0"/>
            <a:ext cx="2862000" cy="5144400"/>
          </a:xfrm>
          <a:prstGeom prst="rect">
            <a:avLst/>
          </a:prstGeom>
          <a:no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Introduction Slide" type="secHead">
  <p:cSld name="SECTION_HEADER">
    <p:spTree>
      <p:nvGrpSpPr>
        <p:cNvPr id="1" name="Shape 15"/>
        <p:cNvGrpSpPr/>
        <p:nvPr/>
      </p:nvGrpSpPr>
      <p:grpSpPr>
        <a:xfrm>
          <a:off x="0" y="0"/>
          <a:ext cx="0" cy="0"/>
          <a:chOff x="0" y="0"/>
          <a:chExt cx="0" cy="0"/>
        </a:xfrm>
      </p:grpSpPr>
      <p:sp>
        <p:nvSpPr>
          <p:cNvPr id="16" name="Google Shape;16;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17" name="Google Shape;17;p3"/>
          <p:cNvSpPr/>
          <p:nvPr/>
        </p:nvSpPr>
        <p:spPr>
          <a:xfrm>
            <a:off x="5208600" y="1193700"/>
            <a:ext cx="3291600" cy="3291600"/>
          </a:xfrm>
          <a:prstGeom prst="ellipse">
            <a:avLst/>
          </a:prstGeom>
          <a:solidFill>
            <a:srgbClr val="008069">
              <a:alpha val="2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8" name="Google Shape;18;p3"/>
          <p:cNvSpPr/>
          <p:nvPr/>
        </p:nvSpPr>
        <p:spPr>
          <a:xfrm rot="10800000">
            <a:off x="-108580" y="-76212"/>
            <a:ext cx="3114455" cy="434062"/>
          </a:xfrm>
          <a:custGeom>
            <a:avLst/>
            <a:gdLst/>
            <a:ahLst/>
            <a:cxnLst/>
            <a:rect l="l" t="t" r="r" b="b"/>
            <a:pathLst>
              <a:path w="77556" h="10809" extrusionOk="0">
                <a:moveTo>
                  <a:pt x="20815" y="0"/>
                </a:moveTo>
                <a:cubicBezTo>
                  <a:pt x="12209" y="0"/>
                  <a:pt x="4603" y="4270"/>
                  <a:pt x="0" y="10808"/>
                </a:cubicBezTo>
                <a:lnTo>
                  <a:pt x="77555" y="10808"/>
                </a:lnTo>
                <a:lnTo>
                  <a:pt x="77555" y="0"/>
                </a:lnTo>
                <a:close/>
              </a:path>
            </a:pathLst>
          </a:custGeom>
          <a:solidFill>
            <a:srgbClr val="0080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 name="Google Shape;19;p3"/>
          <p:cNvSpPr>
            <a:spLocks noGrp="1"/>
          </p:cNvSpPr>
          <p:nvPr>
            <p:ph type="pic" idx="2"/>
          </p:nvPr>
        </p:nvSpPr>
        <p:spPr>
          <a:xfrm>
            <a:off x="4881600" y="2772000"/>
            <a:ext cx="1954800" cy="1954800"/>
          </a:xfrm>
          <a:prstGeom prst="rect">
            <a:avLst/>
          </a:prstGeom>
          <a:noFill/>
          <a:ln>
            <a:noFill/>
          </a:ln>
        </p:spPr>
      </p:sp>
      <p:sp>
        <p:nvSpPr>
          <p:cNvPr id="20" name="Google Shape;20;p3"/>
          <p:cNvSpPr>
            <a:spLocks noGrp="1"/>
          </p:cNvSpPr>
          <p:nvPr>
            <p:ph type="pic" idx="3"/>
          </p:nvPr>
        </p:nvSpPr>
        <p:spPr>
          <a:xfrm>
            <a:off x="6836400" y="817200"/>
            <a:ext cx="1954800" cy="1954800"/>
          </a:xfrm>
          <a:prstGeom prst="rect">
            <a:avLst/>
          </a:prstGeom>
          <a:noFill/>
          <a:ln>
            <a:noFill/>
          </a:ln>
        </p:spPr>
      </p:sp>
      <p:sp>
        <p:nvSpPr>
          <p:cNvPr id="21" name="Google Shape;21;p3"/>
          <p:cNvSpPr txBox="1">
            <a:spLocks noGrp="1"/>
          </p:cNvSpPr>
          <p:nvPr>
            <p:ph type="ctrTitle"/>
          </p:nvPr>
        </p:nvSpPr>
        <p:spPr>
          <a:xfrm>
            <a:off x="356400" y="1778400"/>
            <a:ext cx="3996000" cy="680400"/>
          </a:xfrm>
          <a:prstGeom prst="rect">
            <a:avLst/>
          </a:prstGeom>
        </p:spPr>
        <p:txBody>
          <a:bodyPr spcFirstLastPara="1" wrap="square" lIns="91425" tIns="91425" rIns="91425" bIns="91425" anchor="ctr" anchorCtr="0">
            <a:norm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22" name="Google Shape;22;p3"/>
          <p:cNvSpPr txBox="1">
            <a:spLocks noGrp="1"/>
          </p:cNvSpPr>
          <p:nvPr>
            <p:ph type="body" idx="1"/>
          </p:nvPr>
        </p:nvSpPr>
        <p:spPr>
          <a:xfrm>
            <a:off x="356400" y="2098800"/>
            <a:ext cx="3996000" cy="1483200"/>
          </a:xfrm>
          <a:prstGeom prst="rect">
            <a:avLst/>
          </a:prstGeom>
        </p:spPr>
        <p:txBody>
          <a:bodyPr spcFirstLastPara="1" wrap="square" lIns="91425" tIns="91425" rIns="91425" bIns="91425" anchor="ctr" anchorCtr="0">
            <a:normAutofit/>
          </a:bodyPr>
          <a:lstStyle>
            <a:lvl1pPr marL="457200" lvl="0" indent="-342900" rtl="0">
              <a:lnSpc>
                <a:spcPct val="115000"/>
              </a:lnSpc>
              <a:spcBef>
                <a:spcPts val="0"/>
              </a:spcBef>
              <a:spcAft>
                <a:spcPts val="0"/>
              </a:spcAft>
              <a:buClr>
                <a:schemeClr val="dk1"/>
              </a:buClr>
              <a:buSzPts val="1800"/>
              <a:buFont typeface="Merriweather Sans Light"/>
              <a:buChar char="●"/>
              <a:defRPr sz="1800">
                <a:solidFill>
                  <a:schemeClr val="dk1"/>
                </a:solidFill>
                <a:latin typeface="Merriweather Sans Light"/>
                <a:ea typeface="Merriweather Sans Light"/>
                <a:cs typeface="Merriweather Sans Light"/>
                <a:sym typeface="Merriweather Sans Light"/>
              </a:defRPr>
            </a:lvl1pPr>
            <a:lvl2pPr marL="914400" lvl="1"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2pPr>
            <a:lvl3pPr marL="1371600" lvl="2"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3pPr>
            <a:lvl4pPr marL="1828800" lvl="3"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4pPr>
            <a:lvl5pPr marL="2286000" lvl="4"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5pPr>
            <a:lvl6pPr marL="2743200" lvl="5"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6pPr>
            <a:lvl7pPr marL="3200400" lvl="6"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7pPr>
            <a:lvl8pPr marL="3657600" lvl="7"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8pPr>
            <a:lvl9pPr marL="4114800" lvl="8"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vent Overview Slide" type="tx">
  <p:cSld name="TITLE_AND_BODY">
    <p:spTree>
      <p:nvGrpSpPr>
        <p:cNvPr id="1" name="Shape 23"/>
        <p:cNvGrpSpPr/>
        <p:nvPr/>
      </p:nvGrpSpPr>
      <p:grpSpPr>
        <a:xfrm>
          <a:off x="0" y="0"/>
          <a:ext cx="0" cy="0"/>
          <a:chOff x="0" y="0"/>
          <a:chExt cx="0" cy="0"/>
        </a:xfrm>
      </p:grpSpPr>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25" name="Google Shape;25;p4"/>
          <p:cNvSpPr/>
          <p:nvPr/>
        </p:nvSpPr>
        <p:spPr>
          <a:xfrm rot="10800000">
            <a:off x="-211181" y="2852025"/>
            <a:ext cx="8268439" cy="1152375"/>
          </a:xfrm>
          <a:custGeom>
            <a:avLst/>
            <a:gdLst/>
            <a:ahLst/>
            <a:cxnLst/>
            <a:rect l="l" t="t" r="r" b="b"/>
            <a:pathLst>
              <a:path w="77556" h="10809" extrusionOk="0">
                <a:moveTo>
                  <a:pt x="20815" y="0"/>
                </a:moveTo>
                <a:cubicBezTo>
                  <a:pt x="12209" y="0"/>
                  <a:pt x="4603" y="4270"/>
                  <a:pt x="0" y="10808"/>
                </a:cubicBezTo>
                <a:lnTo>
                  <a:pt x="77555" y="10808"/>
                </a:lnTo>
                <a:lnTo>
                  <a:pt x="77555" y="0"/>
                </a:lnTo>
                <a:close/>
              </a:path>
            </a:pathLst>
          </a:custGeom>
          <a:solidFill>
            <a:srgbClr val="008069">
              <a:alpha val="2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4"/>
          <p:cNvSpPr/>
          <p:nvPr/>
        </p:nvSpPr>
        <p:spPr>
          <a:xfrm>
            <a:off x="437850" y="1853550"/>
            <a:ext cx="8268300" cy="1436400"/>
          </a:xfrm>
          <a:prstGeom prst="rect">
            <a:avLst/>
          </a:prstGeom>
          <a:solidFill>
            <a:srgbClr val="00504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7" name="Google Shape;27;p4"/>
          <p:cNvSpPr/>
          <p:nvPr/>
        </p:nvSpPr>
        <p:spPr>
          <a:xfrm>
            <a:off x="437850" y="1853550"/>
            <a:ext cx="2592300" cy="1436400"/>
          </a:xfrm>
          <a:prstGeom prst="rect">
            <a:avLst/>
          </a:prstGeom>
          <a:solidFill>
            <a:srgbClr val="00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8" name="Google Shape;28;p4"/>
          <p:cNvSpPr/>
          <p:nvPr/>
        </p:nvSpPr>
        <p:spPr>
          <a:xfrm>
            <a:off x="6113850" y="1853550"/>
            <a:ext cx="2592300" cy="1436400"/>
          </a:xfrm>
          <a:prstGeom prst="rect">
            <a:avLst/>
          </a:prstGeom>
          <a:solidFill>
            <a:srgbClr val="00806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29" name="Google Shape;29;p4"/>
          <p:cNvSpPr txBox="1">
            <a:spLocks noGrp="1"/>
          </p:cNvSpPr>
          <p:nvPr>
            <p:ph type="ctrTitle"/>
          </p:nvPr>
        </p:nvSpPr>
        <p:spPr>
          <a:xfrm>
            <a:off x="439200" y="1047600"/>
            <a:ext cx="3996000" cy="680400"/>
          </a:xfrm>
          <a:prstGeom prst="rect">
            <a:avLst/>
          </a:prstGeom>
        </p:spPr>
        <p:txBody>
          <a:bodyPr spcFirstLastPara="1" wrap="square" lIns="91425" tIns="91425" rIns="91425" bIns="91425" anchor="ctr" anchorCtr="0">
            <a:norm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30" name="Google Shape;30;p4"/>
          <p:cNvSpPr txBox="1">
            <a:spLocks noGrp="1"/>
          </p:cNvSpPr>
          <p:nvPr>
            <p:ph type="body" idx="1"/>
          </p:nvPr>
        </p:nvSpPr>
        <p:spPr>
          <a:xfrm>
            <a:off x="3495600" y="910800"/>
            <a:ext cx="5209200" cy="957600"/>
          </a:xfrm>
          <a:prstGeom prst="rect">
            <a:avLst/>
          </a:prstGeom>
        </p:spPr>
        <p:txBody>
          <a:bodyPr spcFirstLastPara="1" wrap="square" lIns="91425" tIns="91425" rIns="91425" bIns="91425" anchor="ctr" anchorCtr="0">
            <a:normAutofit/>
          </a:bodyPr>
          <a:lstStyle>
            <a:lvl1pPr marL="457200" lvl="0" indent="-342900" rtl="0">
              <a:lnSpc>
                <a:spcPct val="115000"/>
              </a:lnSpc>
              <a:spcBef>
                <a:spcPts val="0"/>
              </a:spcBef>
              <a:spcAft>
                <a:spcPts val="0"/>
              </a:spcAft>
              <a:buClr>
                <a:schemeClr val="dk1"/>
              </a:buClr>
              <a:buSzPts val="1800"/>
              <a:buFont typeface="Merriweather Sans Light"/>
              <a:buChar char="●"/>
              <a:defRPr sz="1800">
                <a:solidFill>
                  <a:schemeClr val="dk1"/>
                </a:solidFill>
                <a:latin typeface="Merriweather Sans Light"/>
                <a:ea typeface="Merriweather Sans Light"/>
                <a:cs typeface="Merriweather Sans Light"/>
                <a:sym typeface="Merriweather Sans Light"/>
              </a:defRPr>
            </a:lvl1pPr>
            <a:lvl2pPr marL="914400" lvl="1"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2pPr>
            <a:lvl3pPr marL="1371600" lvl="2"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3pPr>
            <a:lvl4pPr marL="1828800" lvl="3"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4pPr>
            <a:lvl5pPr marL="2286000" lvl="4"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5pPr>
            <a:lvl6pPr marL="2743200" lvl="5"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6pPr>
            <a:lvl7pPr marL="3200400" lvl="6"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7pPr>
            <a:lvl8pPr marL="3657600" lvl="7"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8pPr>
            <a:lvl9pPr marL="4114800" lvl="8"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9pPr>
          </a:lstStyle>
          <a:p>
            <a:endParaRPr/>
          </a:p>
        </p:txBody>
      </p:sp>
      <p:sp>
        <p:nvSpPr>
          <p:cNvPr id="31" name="Google Shape;31;p4"/>
          <p:cNvSpPr txBox="1">
            <a:spLocks noGrp="1"/>
          </p:cNvSpPr>
          <p:nvPr>
            <p:ph type="body" idx="2"/>
          </p:nvPr>
        </p:nvSpPr>
        <p:spPr>
          <a:xfrm>
            <a:off x="572400" y="2232000"/>
            <a:ext cx="2322000" cy="680400"/>
          </a:xfrm>
          <a:prstGeom prst="rect">
            <a:avLst/>
          </a:prstGeom>
        </p:spPr>
        <p:txBody>
          <a:bodyPr spcFirstLastPara="1" wrap="square" lIns="91425" tIns="91425" rIns="91425" bIns="91425" anchor="ctr" anchorCtr="0">
            <a:normAutofit/>
          </a:bodyPr>
          <a:lstStyle>
            <a:lvl1pPr marL="457200" lvl="0" indent="-381000" algn="ctr" rtl="0">
              <a:lnSpc>
                <a:spcPct val="115000"/>
              </a:lnSpc>
              <a:spcBef>
                <a:spcPts val="0"/>
              </a:spcBef>
              <a:spcAft>
                <a:spcPts val="0"/>
              </a:spcAft>
              <a:buClr>
                <a:schemeClr val="lt1"/>
              </a:buClr>
              <a:buSzPts val="2400"/>
              <a:buFont typeface="Merriweather Sans Light"/>
              <a:buChar char="●"/>
              <a:defRPr sz="2400">
                <a:solidFill>
                  <a:schemeClr val="lt1"/>
                </a:solidFill>
                <a:latin typeface="Merriweather Sans Light"/>
                <a:ea typeface="Merriweather Sans Light"/>
                <a:cs typeface="Merriweather Sans Light"/>
                <a:sym typeface="Merriweather Sans Light"/>
              </a:defRPr>
            </a:lvl1pPr>
            <a:lvl2pPr marL="914400" lvl="1" indent="-381000" algn="ctr" rtl="0">
              <a:lnSpc>
                <a:spcPct val="115000"/>
              </a:lnSpc>
              <a:spcBef>
                <a:spcPts val="0"/>
              </a:spcBef>
              <a:spcAft>
                <a:spcPts val="0"/>
              </a:spcAft>
              <a:buClr>
                <a:schemeClr val="lt1"/>
              </a:buClr>
              <a:buSzPts val="2400"/>
              <a:buFont typeface="Merriweather Sans Light"/>
              <a:buChar char="○"/>
              <a:defRPr sz="2400">
                <a:solidFill>
                  <a:schemeClr val="lt1"/>
                </a:solidFill>
                <a:latin typeface="Merriweather Sans Light"/>
                <a:ea typeface="Merriweather Sans Light"/>
                <a:cs typeface="Merriweather Sans Light"/>
                <a:sym typeface="Merriweather Sans Light"/>
              </a:defRPr>
            </a:lvl2pPr>
            <a:lvl3pPr marL="1371600" lvl="2" indent="-381000" algn="ctr" rtl="0">
              <a:lnSpc>
                <a:spcPct val="115000"/>
              </a:lnSpc>
              <a:spcBef>
                <a:spcPts val="0"/>
              </a:spcBef>
              <a:spcAft>
                <a:spcPts val="0"/>
              </a:spcAft>
              <a:buClr>
                <a:schemeClr val="lt1"/>
              </a:buClr>
              <a:buSzPts val="2400"/>
              <a:buFont typeface="Merriweather Sans Light"/>
              <a:buChar char="■"/>
              <a:defRPr sz="2400">
                <a:solidFill>
                  <a:schemeClr val="lt1"/>
                </a:solidFill>
                <a:latin typeface="Merriweather Sans Light"/>
                <a:ea typeface="Merriweather Sans Light"/>
                <a:cs typeface="Merriweather Sans Light"/>
                <a:sym typeface="Merriweather Sans Light"/>
              </a:defRPr>
            </a:lvl3pPr>
            <a:lvl4pPr marL="1828800" lvl="3" indent="-381000" algn="ctr" rtl="0">
              <a:lnSpc>
                <a:spcPct val="115000"/>
              </a:lnSpc>
              <a:spcBef>
                <a:spcPts val="0"/>
              </a:spcBef>
              <a:spcAft>
                <a:spcPts val="0"/>
              </a:spcAft>
              <a:buClr>
                <a:schemeClr val="lt1"/>
              </a:buClr>
              <a:buSzPts val="2400"/>
              <a:buFont typeface="Merriweather Sans Light"/>
              <a:buChar char="●"/>
              <a:defRPr sz="2400">
                <a:solidFill>
                  <a:schemeClr val="lt1"/>
                </a:solidFill>
                <a:latin typeface="Merriweather Sans Light"/>
                <a:ea typeface="Merriweather Sans Light"/>
                <a:cs typeface="Merriweather Sans Light"/>
                <a:sym typeface="Merriweather Sans Light"/>
              </a:defRPr>
            </a:lvl4pPr>
            <a:lvl5pPr marL="2286000" lvl="4" indent="-381000" algn="ctr" rtl="0">
              <a:lnSpc>
                <a:spcPct val="115000"/>
              </a:lnSpc>
              <a:spcBef>
                <a:spcPts val="0"/>
              </a:spcBef>
              <a:spcAft>
                <a:spcPts val="0"/>
              </a:spcAft>
              <a:buClr>
                <a:schemeClr val="lt1"/>
              </a:buClr>
              <a:buSzPts val="2400"/>
              <a:buFont typeface="Merriweather Sans Light"/>
              <a:buChar char="○"/>
              <a:defRPr sz="2400">
                <a:solidFill>
                  <a:schemeClr val="lt1"/>
                </a:solidFill>
                <a:latin typeface="Merriweather Sans Light"/>
                <a:ea typeface="Merriweather Sans Light"/>
                <a:cs typeface="Merriweather Sans Light"/>
                <a:sym typeface="Merriweather Sans Light"/>
              </a:defRPr>
            </a:lvl5pPr>
            <a:lvl6pPr marL="2743200" lvl="5" indent="-381000" algn="ctr" rtl="0">
              <a:lnSpc>
                <a:spcPct val="115000"/>
              </a:lnSpc>
              <a:spcBef>
                <a:spcPts val="0"/>
              </a:spcBef>
              <a:spcAft>
                <a:spcPts val="0"/>
              </a:spcAft>
              <a:buClr>
                <a:schemeClr val="lt1"/>
              </a:buClr>
              <a:buSzPts val="2400"/>
              <a:buFont typeface="Merriweather Sans Light"/>
              <a:buChar char="■"/>
              <a:defRPr sz="2400">
                <a:solidFill>
                  <a:schemeClr val="lt1"/>
                </a:solidFill>
                <a:latin typeface="Merriweather Sans Light"/>
                <a:ea typeface="Merriweather Sans Light"/>
                <a:cs typeface="Merriweather Sans Light"/>
                <a:sym typeface="Merriweather Sans Light"/>
              </a:defRPr>
            </a:lvl6pPr>
            <a:lvl7pPr marL="3200400" lvl="6" indent="-381000" algn="ctr" rtl="0">
              <a:lnSpc>
                <a:spcPct val="115000"/>
              </a:lnSpc>
              <a:spcBef>
                <a:spcPts val="0"/>
              </a:spcBef>
              <a:spcAft>
                <a:spcPts val="0"/>
              </a:spcAft>
              <a:buClr>
                <a:schemeClr val="lt1"/>
              </a:buClr>
              <a:buSzPts val="2400"/>
              <a:buFont typeface="Merriweather Sans Light"/>
              <a:buChar char="●"/>
              <a:defRPr sz="2400">
                <a:solidFill>
                  <a:schemeClr val="lt1"/>
                </a:solidFill>
                <a:latin typeface="Merriweather Sans Light"/>
                <a:ea typeface="Merriweather Sans Light"/>
                <a:cs typeface="Merriweather Sans Light"/>
                <a:sym typeface="Merriweather Sans Light"/>
              </a:defRPr>
            </a:lvl7pPr>
            <a:lvl8pPr marL="3657600" lvl="7" indent="-381000" algn="ctr" rtl="0">
              <a:lnSpc>
                <a:spcPct val="115000"/>
              </a:lnSpc>
              <a:spcBef>
                <a:spcPts val="0"/>
              </a:spcBef>
              <a:spcAft>
                <a:spcPts val="0"/>
              </a:spcAft>
              <a:buClr>
                <a:schemeClr val="lt1"/>
              </a:buClr>
              <a:buSzPts val="2400"/>
              <a:buFont typeface="Merriweather Sans Light"/>
              <a:buChar char="○"/>
              <a:defRPr sz="2400">
                <a:solidFill>
                  <a:schemeClr val="lt1"/>
                </a:solidFill>
                <a:latin typeface="Merriweather Sans Light"/>
                <a:ea typeface="Merriweather Sans Light"/>
                <a:cs typeface="Merriweather Sans Light"/>
                <a:sym typeface="Merriweather Sans Light"/>
              </a:defRPr>
            </a:lvl8pPr>
            <a:lvl9pPr marL="4114800" lvl="8" indent="-381000" algn="ctr" rtl="0">
              <a:lnSpc>
                <a:spcPct val="115000"/>
              </a:lnSpc>
              <a:spcBef>
                <a:spcPts val="0"/>
              </a:spcBef>
              <a:spcAft>
                <a:spcPts val="0"/>
              </a:spcAft>
              <a:buClr>
                <a:schemeClr val="lt1"/>
              </a:buClr>
              <a:buSzPts val="2400"/>
              <a:buFont typeface="Merriweather Sans Light"/>
              <a:buChar char="■"/>
              <a:defRPr sz="2400">
                <a:solidFill>
                  <a:schemeClr val="lt1"/>
                </a:solidFill>
                <a:latin typeface="Merriweather Sans Light"/>
                <a:ea typeface="Merriweather Sans Light"/>
                <a:cs typeface="Merriweather Sans Light"/>
                <a:sym typeface="Merriweather Sans Light"/>
              </a:defRPr>
            </a:lvl9pPr>
          </a:lstStyle>
          <a:p>
            <a:endParaRPr/>
          </a:p>
        </p:txBody>
      </p:sp>
      <p:sp>
        <p:nvSpPr>
          <p:cNvPr id="32" name="Google Shape;32;p4"/>
          <p:cNvSpPr txBox="1">
            <a:spLocks noGrp="1"/>
          </p:cNvSpPr>
          <p:nvPr>
            <p:ph type="body" idx="3"/>
          </p:nvPr>
        </p:nvSpPr>
        <p:spPr>
          <a:xfrm>
            <a:off x="3409200" y="2232000"/>
            <a:ext cx="2322000" cy="680400"/>
          </a:xfrm>
          <a:prstGeom prst="rect">
            <a:avLst/>
          </a:prstGeom>
        </p:spPr>
        <p:txBody>
          <a:bodyPr spcFirstLastPara="1" wrap="square" lIns="91425" tIns="91425" rIns="91425" bIns="91425" anchor="ctr" anchorCtr="0">
            <a:normAutofit/>
          </a:bodyPr>
          <a:lstStyle>
            <a:lvl1pPr marL="457200" lvl="0" indent="-381000" algn="ctr" rtl="0">
              <a:lnSpc>
                <a:spcPct val="115000"/>
              </a:lnSpc>
              <a:spcBef>
                <a:spcPts val="0"/>
              </a:spcBef>
              <a:spcAft>
                <a:spcPts val="0"/>
              </a:spcAft>
              <a:buClr>
                <a:schemeClr val="lt1"/>
              </a:buClr>
              <a:buSzPts val="2400"/>
              <a:buFont typeface="Merriweather Sans Light"/>
              <a:buChar char="●"/>
              <a:defRPr sz="2400">
                <a:solidFill>
                  <a:schemeClr val="lt1"/>
                </a:solidFill>
                <a:latin typeface="Merriweather Sans Light"/>
                <a:ea typeface="Merriweather Sans Light"/>
                <a:cs typeface="Merriweather Sans Light"/>
                <a:sym typeface="Merriweather Sans Light"/>
              </a:defRPr>
            </a:lvl1pPr>
            <a:lvl2pPr marL="914400" lvl="1" indent="-381000" algn="ctr" rtl="0">
              <a:lnSpc>
                <a:spcPct val="115000"/>
              </a:lnSpc>
              <a:spcBef>
                <a:spcPts val="0"/>
              </a:spcBef>
              <a:spcAft>
                <a:spcPts val="0"/>
              </a:spcAft>
              <a:buClr>
                <a:schemeClr val="lt1"/>
              </a:buClr>
              <a:buSzPts val="2400"/>
              <a:buFont typeface="Merriweather Sans Light"/>
              <a:buChar char="○"/>
              <a:defRPr sz="2400">
                <a:solidFill>
                  <a:schemeClr val="lt1"/>
                </a:solidFill>
                <a:latin typeface="Merriweather Sans Light"/>
                <a:ea typeface="Merriweather Sans Light"/>
                <a:cs typeface="Merriweather Sans Light"/>
                <a:sym typeface="Merriweather Sans Light"/>
              </a:defRPr>
            </a:lvl2pPr>
            <a:lvl3pPr marL="1371600" lvl="2" indent="-381000" algn="ctr" rtl="0">
              <a:lnSpc>
                <a:spcPct val="115000"/>
              </a:lnSpc>
              <a:spcBef>
                <a:spcPts val="0"/>
              </a:spcBef>
              <a:spcAft>
                <a:spcPts val="0"/>
              </a:spcAft>
              <a:buClr>
                <a:schemeClr val="lt1"/>
              </a:buClr>
              <a:buSzPts val="2400"/>
              <a:buFont typeface="Merriweather Sans Light"/>
              <a:buChar char="■"/>
              <a:defRPr sz="2400">
                <a:solidFill>
                  <a:schemeClr val="lt1"/>
                </a:solidFill>
                <a:latin typeface="Merriweather Sans Light"/>
                <a:ea typeface="Merriweather Sans Light"/>
                <a:cs typeface="Merriweather Sans Light"/>
                <a:sym typeface="Merriweather Sans Light"/>
              </a:defRPr>
            </a:lvl3pPr>
            <a:lvl4pPr marL="1828800" lvl="3" indent="-381000" algn="ctr" rtl="0">
              <a:lnSpc>
                <a:spcPct val="115000"/>
              </a:lnSpc>
              <a:spcBef>
                <a:spcPts val="0"/>
              </a:spcBef>
              <a:spcAft>
                <a:spcPts val="0"/>
              </a:spcAft>
              <a:buClr>
                <a:schemeClr val="lt1"/>
              </a:buClr>
              <a:buSzPts val="2400"/>
              <a:buFont typeface="Merriweather Sans Light"/>
              <a:buChar char="●"/>
              <a:defRPr sz="2400">
                <a:solidFill>
                  <a:schemeClr val="lt1"/>
                </a:solidFill>
                <a:latin typeface="Merriweather Sans Light"/>
                <a:ea typeface="Merriweather Sans Light"/>
                <a:cs typeface="Merriweather Sans Light"/>
                <a:sym typeface="Merriweather Sans Light"/>
              </a:defRPr>
            </a:lvl4pPr>
            <a:lvl5pPr marL="2286000" lvl="4" indent="-381000" algn="ctr" rtl="0">
              <a:lnSpc>
                <a:spcPct val="115000"/>
              </a:lnSpc>
              <a:spcBef>
                <a:spcPts val="0"/>
              </a:spcBef>
              <a:spcAft>
                <a:spcPts val="0"/>
              </a:spcAft>
              <a:buClr>
                <a:schemeClr val="lt1"/>
              </a:buClr>
              <a:buSzPts val="2400"/>
              <a:buFont typeface="Merriweather Sans Light"/>
              <a:buChar char="○"/>
              <a:defRPr sz="2400">
                <a:solidFill>
                  <a:schemeClr val="lt1"/>
                </a:solidFill>
                <a:latin typeface="Merriweather Sans Light"/>
                <a:ea typeface="Merriweather Sans Light"/>
                <a:cs typeface="Merriweather Sans Light"/>
                <a:sym typeface="Merriweather Sans Light"/>
              </a:defRPr>
            </a:lvl5pPr>
            <a:lvl6pPr marL="2743200" lvl="5" indent="-381000" algn="ctr" rtl="0">
              <a:lnSpc>
                <a:spcPct val="115000"/>
              </a:lnSpc>
              <a:spcBef>
                <a:spcPts val="0"/>
              </a:spcBef>
              <a:spcAft>
                <a:spcPts val="0"/>
              </a:spcAft>
              <a:buClr>
                <a:schemeClr val="lt1"/>
              </a:buClr>
              <a:buSzPts val="2400"/>
              <a:buFont typeface="Merriweather Sans Light"/>
              <a:buChar char="■"/>
              <a:defRPr sz="2400">
                <a:solidFill>
                  <a:schemeClr val="lt1"/>
                </a:solidFill>
                <a:latin typeface="Merriweather Sans Light"/>
                <a:ea typeface="Merriweather Sans Light"/>
                <a:cs typeface="Merriweather Sans Light"/>
                <a:sym typeface="Merriweather Sans Light"/>
              </a:defRPr>
            </a:lvl6pPr>
            <a:lvl7pPr marL="3200400" lvl="6" indent="-381000" algn="ctr" rtl="0">
              <a:lnSpc>
                <a:spcPct val="115000"/>
              </a:lnSpc>
              <a:spcBef>
                <a:spcPts val="0"/>
              </a:spcBef>
              <a:spcAft>
                <a:spcPts val="0"/>
              </a:spcAft>
              <a:buClr>
                <a:schemeClr val="lt1"/>
              </a:buClr>
              <a:buSzPts val="2400"/>
              <a:buFont typeface="Merriweather Sans Light"/>
              <a:buChar char="●"/>
              <a:defRPr sz="2400">
                <a:solidFill>
                  <a:schemeClr val="lt1"/>
                </a:solidFill>
                <a:latin typeface="Merriweather Sans Light"/>
                <a:ea typeface="Merriweather Sans Light"/>
                <a:cs typeface="Merriweather Sans Light"/>
                <a:sym typeface="Merriweather Sans Light"/>
              </a:defRPr>
            </a:lvl7pPr>
            <a:lvl8pPr marL="3657600" lvl="7" indent="-381000" algn="ctr" rtl="0">
              <a:lnSpc>
                <a:spcPct val="115000"/>
              </a:lnSpc>
              <a:spcBef>
                <a:spcPts val="0"/>
              </a:spcBef>
              <a:spcAft>
                <a:spcPts val="0"/>
              </a:spcAft>
              <a:buClr>
                <a:schemeClr val="lt1"/>
              </a:buClr>
              <a:buSzPts val="2400"/>
              <a:buFont typeface="Merriweather Sans Light"/>
              <a:buChar char="○"/>
              <a:defRPr sz="2400">
                <a:solidFill>
                  <a:schemeClr val="lt1"/>
                </a:solidFill>
                <a:latin typeface="Merriweather Sans Light"/>
                <a:ea typeface="Merriweather Sans Light"/>
                <a:cs typeface="Merriweather Sans Light"/>
                <a:sym typeface="Merriweather Sans Light"/>
              </a:defRPr>
            </a:lvl8pPr>
            <a:lvl9pPr marL="4114800" lvl="8" indent="-381000" algn="ctr" rtl="0">
              <a:lnSpc>
                <a:spcPct val="115000"/>
              </a:lnSpc>
              <a:spcBef>
                <a:spcPts val="0"/>
              </a:spcBef>
              <a:spcAft>
                <a:spcPts val="0"/>
              </a:spcAft>
              <a:buClr>
                <a:schemeClr val="lt1"/>
              </a:buClr>
              <a:buSzPts val="2400"/>
              <a:buFont typeface="Merriweather Sans Light"/>
              <a:buChar char="■"/>
              <a:defRPr sz="2400">
                <a:solidFill>
                  <a:schemeClr val="lt1"/>
                </a:solidFill>
                <a:latin typeface="Merriweather Sans Light"/>
                <a:ea typeface="Merriweather Sans Light"/>
                <a:cs typeface="Merriweather Sans Light"/>
                <a:sym typeface="Merriweather Sans Light"/>
              </a:defRPr>
            </a:lvl9pPr>
          </a:lstStyle>
          <a:p>
            <a:endParaRPr/>
          </a:p>
        </p:txBody>
      </p:sp>
      <p:sp>
        <p:nvSpPr>
          <p:cNvPr id="33" name="Google Shape;33;p4"/>
          <p:cNvSpPr txBox="1">
            <a:spLocks noGrp="1"/>
          </p:cNvSpPr>
          <p:nvPr>
            <p:ph type="body" idx="4"/>
          </p:nvPr>
        </p:nvSpPr>
        <p:spPr>
          <a:xfrm>
            <a:off x="6249600" y="2232000"/>
            <a:ext cx="2322000" cy="680400"/>
          </a:xfrm>
          <a:prstGeom prst="rect">
            <a:avLst/>
          </a:prstGeom>
        </p:spPr>
        <p:txBody>
          <a:bodyPr spcFirstLastPara="1" wrap="square" lIns="91425" tIns="91425" rIns="91425" bIns="91425" anchor="ctr" anchorCtr="0">
            <a:normAutofit/>
          </a:bodyPr>
          <a:lstStyle>
            <a:lvl1pPr marL="457200" lvl="0" indent="-381000" algn="ctr" rtl="0">
              <a:lnSpc>
                <a:spcPct val="115000"/>
              </a:lnSpc>
              <a:spcBef>
                <a:spcPts val="0"/>
              </a:spcBef>
              <a:spcAft>
                <a:spcPts val="0"/>
              </a:spcAft>
              <a:buClr>
                <a:schemeClr val="lt1"/>
              </a:buClr>
              <a:buSzPts val="2400"/>
              <a:buFont typeface="Merriweather Sans Light"/>
              <a:buChar char="●"/>
              <a:defRPr sz="2400">
                <a:solidFill>
                  <a:schemeClr val="lt1"/>
                </a:solidFill>
                <a:latin typeface="Merriweather Sans Light"/>
                <a:ea typeface="Merriweather Sans Light"/>
                <a:cs typeface="Merriweather Sans Light"/>
                <a:sym typeface="Merriweather Sans Light"/>
              </a:defRPr>
            </a:lvl1pPr>
            <a:lvl2pPr marL="914400" lvl="1" indent="-381000" algn="ctr" rtl="0">
              <a:lnSpc>
                <a:spcPct val="115000"/>
              </a:lnSpc>
              <a:spcBef>
                <a:spcPts val="0"/>
              </a:spcBef>
              <a:spcAft>
                <a:spcPts val="0"/>
              </a:spcAft>
              <a:buClr>
                <a:schemeClr val="lt1"/>
              </a:buClr>
              <a:buSzPts val="2400"/>
              <a:buFont typeface="Merriweather Sans Light"/>
              <a:buChar char="○"/>
              <a:defRPr sz="2400">
                <a:solidFill>
                  <a:schemeClr val="lt1"/>
                </a:solidFill>
                <a:latin typeface="Merriweather Sans Light"/>
                <a:ea typeface="Merriweather Sans Light"/>
                <a:cs typeface="Merriweather Sans Light"/>
                <a:sym typeface="Merriweather Sans Light"/>
              </a:defRPr>
            </a:lvl2pPr>
            <a:lvl3pPr marL="1371600" lvl="2" indent="-381000" algn="ctr" rtl="0">
              <a:lnSpc>
                <a:spcPct val="115000"/>
              </a:lnSpc>
              <a:spcBef>
                <a:spcPts val="0"/>
              </a:spcBef>
              <a:spcAft>
                <a:spcPts val="0"/>
              </a:spcAft>
              <a:buClr>
                <a:schemeClr val="lt1"/>
              </a:buClr>
              <a:buSzPts val="2400"/>
              <a:buFont typeface="Merriweather Sans Light"/>
              <a:buChar char="■"/>
              <a:defRPr sz="2400">
                <a:solidFill>
                  <a:schemeClr val="lt1"/>
                </a:solidFill>
                <a:latin typeface="Merriweather Sans Light"/>
                <a:ea typeface="Merriweather Sans Light"/>
                <a:cs typeface="Merriweather Sans Light"/>
                <a:sym typeface="Merriweather Sans Light"/>
              </a:defRPr>
            </a:lvl3pPr>
            <a:lvl4pPr marL="1828800" lvl="3" indent="-381000" algn="ctr" rtl="0">
              <a:lnSpc>
                <a:spcPct val="115000"/>
              </a:lnSpc>
              <a:spcBef>
                <a:spcPts val="0"/>
              </a:spcBef>
              <a:spcAft>
                <a:spcPts val="0"/>
              </a:spcAft>
              <a:buClr>
                <a:schemeClr val="lt1"/>
              </a:buClr>
              <a:buSzPts val="2400"/>
              <a:buFont typeface="Merriweather Sans Light"/>
              <a:buChar char="●"/>
              <a:defRPr sz="2400">
                <a:solidFill>
                  <a:schemeClr val="lt1"/>
                </a:solidFill>
                <a:latin typeface="Merriweather Sans Light"/>
                <a:ea typeface="Merriweather Sans Light"/>
                <a:cs typeface="Merriweather Sans Light"/>
                <a:sym typeface="Merriweather Sans Light"/>
              </a:defRPr>
            </a:lvl4pPr>
            <a:lvl5pPr marL="2286000" lvl="4" indent="-381000" algn="ctr" rtl="0">
              <a:lnSpc>
                <a:spcPct val="115000"/>
              </a:lnSpc>
              <a:spcBef>
                <a:spcPts val="0"/>
              </a:spcBef>
              <a:spcAft>
                <a:spcPts val="0"/>
              </a:spcAft>
              <a:buClr>
                <a:schemeClr val="lt1"/>
              </a:buClr>
              <a:buSzPts val="2400"/>
              <a:buFont typeface="Merriweather Sans Light"/>
              <a:buChar char="○"/>
              <a:defRPr sz="2400">
                <a:solidFill>
                  <a:schemeClr val="lt1"/>
                </a:solidFill>
                <a:latin typeface="Merriweather Sans Light"/>
                <a:ea typeface="Merriweather Sans Light"/>
                <a:cs typeface="Merriweather Sans Light"/>
                <a:sym typeface="Merriweather Sans Light"/>
              </a:defRPr>
            </a:lvl5pPr>
            <a:lvl6pPr marL="2743200" lvl="5" indent="-381000" algn="ctr" rtl="0">
              <a:lnSpc>
                <a:spcPct val="115000"/>
              </a:lnSpc>
              <a:spcBef>
                <a:spcPts val="0"/>
              </a:spcBef>
              <a:spcAft>
                <a:spcPts val="0"/>
              </a:spcAft>
              <a:buClr>
                <a:schemeClr val="lt1"/>
              </a:buClr>
              <a:buSzPts val="2400"/>
              <a:buFont typeface="Merriweather Sans Light"/>
              <a:buChar char="■"/>
              <a:defRPr sz="2400">
                <a:solidFill>
                  <a:schemeClr val="lt1"/>
                </a:solidFill>
                <a:latin typeface="Merriweather Sans Light"/>
                <a:ea typeface="Merriweather Sans Light"/>
                <a:cs typeface="Merriweather Sans Light"/>
                <a:sym typeface="Merriweather Sans Light"/>
              </a:defRPr>
            </a:lvl6pPr>
            <a:lvl7pPr marL="3200400" lvl="6" indent="-381000" algn="ctr" rtl="0">
              <a:lnSpc>
                <a:spcPct val="115000"/>
              </a:lnSpc>
              <a:spcBef>
                <a:spcPts val="0"/>
              </a:spcBef>
              <a:spcAft>
                <a:spcPts val="0"/>
              </a:spcAft>
              <a:buClr>
                <a:schemeClr val="lt1"/>
              </a:buClr>
              <a:buSzPts val="2400"/>
              <a:buFont typeface="Merriweather Sans Light"/>
              <a:buChar char="●"/>
              <a:defRPr sz="2400">
                <a:solidFill>
                  <a:schemeClr val="lt1"/>
                </a:solidFill>
                <a:latin typeface="Merriweather Sans Light"/>
                <a:ea typeface="Merriweather Sans Light"/>
                <a:cs typeface="Merriweather Sans Light"/>
                <a:sym typeface="Merriweather Sans Light"/>
              </a:defRPr>
            </a:lvl7pPr>
            <a:lvl8pPr marL="3657600" lvl="7" indent="-381000" algn="ctr" rtl="0">
              <a:lnSpc>
                <a:spcPct val="115000"/>
              </a:lnSpc>
              <a:spcBef>
                <a:spcPts val="0"/>
              </a:spcBef>
              <a:spcAft>
                <a:spcPts val="0"/>
              </a:spcAft>
              <a:buClr>
                <a:schemeClr val="lt1"/>
              </a:buClr>
              <a:buSzPts val="2400"/>
              <a:buFont typeface="Merriweather Sans Light"/>
              <a:buChar char="○"/>
              <a:defRPr sz="2400">
                <a:solidFill>
                  <a:schemeClr val="lt1"/>
                </a:solidFill>
                <a:latin typeface="Merriweather Sans Light"/>
                <a:ea typeface="Merriweather Sans Light"/>
                <a:cs typeface="Merriweather Sans Light"/>
                <a:sym typeface="Merriweather Sans Light"/>
              </a:defRPr>
            </a:lvl8pPr>
            <a:lvl9pPr marL="4114800" lvl="8" indent="-381000" algn="ctr" rtl="0">
              <a:lnSpc>
                <a:spcPct val="115000"/>
              </a:lnSpc>
              <a:spcBef>
                <a:spcPts val="0"/>
              </a:spcBef>
              <a:spcAft>
                <a:spcPts val="0"/>
              </a:spcAft>
              <a:buClr>
                <a:schemeClr val="lt1"/>
              </a:buClr>
              <a:buSzPts val="2400"/>
              <a:buFont typeface="Merriweather Sans Light"/>
              <a:buChar char="■"/>
              <a:defRPr sz="2400">
                <a:solidFill>
                  <a:schemeClr val="lt1"/>
                </a:solidFill>
                <a:latin typeface="Merriweather Sans Light"/>
                <a:ea typeface="Merriweather Sans Light"/>
                <a:cs typeface="Merriweather Sans Light"/>
                <a:sym typeface="Merriweather Sans Light"/>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Agenda Recap Slide" type="twoColTx">
  <p:cSld name="TITLE_AND_TWO_COLUMNS">
    <p:spTree>
      <p:nvGrpSpPr>
        <p:cNvPr id="1" name="Shape 34"/>
        <p:cNvGrpSpPr/>
        <p:nvPr/>
      </p:nvGrpSpPr>
      <p:grpSpPr>
        <a:xfrm>
          <a:off x="0" y="0"/>
          <a:ext cx="0" cy="0"/>
          <a:chOff x="0" y="0"/>
          <a:chExt cx="0" cy="0"/>
        </a:xfrm>
      </p:grpSpPr>
      <p:sp>
        <p:nvSpPr>
          <p:cNvPr id="35" name="Google Shape;35;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36" name="Google Shape;36;p5"/>
          <p:cNvSpPr/>
          <p:nvPr/>
        </p:nvSpPr>
        <p:spPr>
          <a:xfrm>
            <a:off x="7162400" y="0"/>
            <a:ext cx="1981602" cy="2448523"/>
          </a:xfrm>
          <a:custGeom>
            <a:avLst/>
            <a:gdLst/>
            <a:ahLst/>
            <a:cxnLst/>
            <a:rect l="l" t="t" r="r" b="b"/>
            <a:pathLst>
              <a:path w="26754" h="33058" extrusionOk="0">
                <a:moveTo>
                  <a:pt x="26753" y="0"/>
                </a:moveTo>
                <a:lnTo>
                  <a:pt x="1" y="0"/>
                </a:lnTo>
                <a:lnTo>
                  <a:pt x="1" y="15211"/>
                </a:lnTo>
                <a:cubicBezTo>
                  <a:pt x="1" y="25051"/>
                  <a:pt x="8006" y="33057"/>
                  <a:pt x="17847" y="33057"/>
                </a:cubicBezTo>
                <a:lnTo>
                  <a:pt x="26753" y="33057"/>
                </a:lnTo>
                <a:lnTo>
                  <a:pt x="26753" y="0"/>
                </a:lnTo>
                <a:close/>
              </a:path>
            </a:pathLst>
          </a:custGeom>
          <a:solidFill>
            <a:srgbClr val="008069">
              <a:alpha val="10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5"/>
          <p:cNvSpPr txBox="1"/>
          <p:nvPr/>
        </p:nvSpPr>
        <p:spPr>
          <a:xfrm>
            <a:off x="2465100" y="1295075"/>
            <a:ext cx="925500" cy="586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4200" b="1">
                <a:solidFill>
                  <a:srgbClr val="CCE6E1"/>
                </a:solidFill>
                <a:latin typeface="Merriweather Sans"/>
                <a:ea typeface="Merriweather Sans"/>
                <a:cs typeface="Merriweather Sans"/>
                <a:sym typeface="Merriweather Sans"/>
              </a:rPr>
              <a:t>01</a:t>
            </a:r>
            <a:endParaRPr sz="4200" b="1">
              <a:solidFill>
                <a:srgbClr val="CCE6E1"/>
              </a:solidFill>
              <a:latin typeface="Merriweather Sans"/>
              <a:ea typeface="Merriweather Sans"/>
              <a:cs typeface="Merriweather Sans"/>
              <a:sym typeface="Merriweather Sans"/>
            </a:endParaRPr>
          </a:p>
        </p:txBody>
      </p:sp>
      <p:cxnSp>
        <p:nvCxnSpPr>
          <p:cNvPr id="38" name="Google Shape;38;p5"/>
          <p:cNvCxnSpPr/>
          <p:nvPr/>
        </p:nvCxnSpPr>
        <p:spPr>
          <a:xfrm>
            <a:off x="2561075" y="1968575"/>
            <a:ext cx="5889000" cy="0"/>
          </a:xfrm>
          <a:prstGeom prst="straightConnector1">
            <a:avLst/>
          </a:prstGeom>
          <a:noFill/>
          <a:ln w="9525" cap="flat" cmpd="sng">
            <a:solidFill>
              <a:srgbClr val="005046"/>
            </a:solidFill>
            <a:prstDash val="solid"/>
            <a:round/>
            <a:headEnd type="none" w="med" len="med"/>
            <a:tailEnd type="none" w="med" len="med"/>
          </a:ln>
        </p:spPr>
      </p:cxnSp>
      <p:sp>
        <p:nvSpPr>
          <p:cNvPr id="39" name="Google Shape;39;p5"/>
          <p:cNvSpPr txBox="1"/>
          <p:nvPr/>
        </p:nvSpPr>
        <p:spPr>
          <a:xfrm>
            <a:off x="2465100" y="2055575"/>
            <a:ext cx="925500" cy="586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4200" b="1">
                <a:solidFill>
                  <a:srgbClr val="CCE6E1"/>
                </a:solidFill>
                <a:latin typeface="Merriweather Sans"/>
                <a:ea typeface="Merriweather Sans"/>
                <a:cs typeface="Merriweather Sans"/>
                <a:sym typeface="Merriweather Sans"/>
              </a:rPr>
              <a:t>02</a:t>
            </a:r>
            <a:endParaRPr sz="4200" b="1">
              <a:solidFill>
                <a:srgbClr val="CCE6E1"/>
              </a:solidFill>
              <a:latin typeface="Merriweather Sans"/>
              <a:ea typeface="Merriweather Sans"/>
              <a:cs typeface="Merriweather Sans"/>
              <a:sym typeface="Merriweather Sans"/>
            </a:endParaRPr>
          </a:p>
        </p:txBody>
      </p:sp>
      <p:cxnSp>
        <p:nvCxnSpPr>
          <p:cNvPr id="40" name="Google Shape;40;p5"/>
          <p:cNvCxnSpPr/>
          <p:nvPr/>
        </p:nvCxnSpPr>
        <p:spPr>
          <a:xfrm>
            <a:off x="2561075" y="2729075"/>
            <a:ext cx="5889000" cy="0"/>
          </a:xfrm>
          <a:prstGeom prst="straightConnector1">
            <a:avLst/>
          </a:prstGeom>
          <a:noFill/>
          <a:ln w="9525" cap="flat" cmpd="sng">
            <a:solidFill>
              <a:srgbClr val="005046"/>
            </a:solidFill>
            <a:prstDash val="solid"/>
            <a:round/>
            <a:headEnd type="none" w="med" len="med"/>
            <a:tailEnd type="none" w="med" len="med"/>
          </a:ln>
        </p:spPr>
      </p:cxnSp>
      <p:sp>
        <p:nvSpPr>
          <p:cNvPr id="41" name="Google Shape;41;p5"/>
          <p:cNvSpPr txBox="1"/>
          <p:nvPr/>
        </p:nvSpPr>
        <p:spPr>
          <a:xfrm>
            <a:off x="2465100" y="2816075"/>
            <a:ext cx="925500" cy="586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4200" b="1">
                <a:solidFill>
                  <a:srgbClr val="CCE6E1"/>
                </a:solidFill>
                <a:latin typeface="Merriweather Sans"/>
                <a:ea typeface="Merriweather Sans"/>
                <a:cs typeface="Merriweather Sans"/>
                <a:sym typeface="Merriweather Sans"/>
              </a:rPr>
              <a:t>03</a:t>
            </a:r>
            <a:endParaRPr sz="4200" b="1">
              <a:solidFill>
                <a:srgbClr val="CCE6E1"/>
              </a:solidFill>
              <a:latin typeface="Merriweather Sans"/>
              <a:ea typeface="Merriweather Sans"/>
              <a:cs typeface="Merriweather Sans"/>
              <a:sym typeface="Merriweather Sans"/>
            </a:endParaRPr>
          </a:p>
        </p:txBody>
      </p:sp>
      <p:cxnSp>
        <p:nvCxnSpPr>
          <p:cNvPr id="42" name="Google Shape;42;p5"/>
          <p:cNvCxnSpPr/>
          <p:nvPr/>
        </p:nvCxnSpPr>
        <p:spPr>
          <a:xfrm>
            <a:off x="2561075" y="3489575"/>
            <a:ext cx="5889000" cy="0"/>
          </a:xfrm>
          <a:prstGeom prst="straightConnector1">
            <a:avLst/>
          </a:prstGeom>
          <a:noFill/>
          <a:ln w="9525" cap="flat" cmpd="sng">
            <a:solidFill>
              <a:srgbClr val="005046"/>
            </a:solidFill>
            <a:prstDash val="solid"/>
            <a:round/>
            <a:headEnd type="none" w="med" len="med"/>
            <a:tailEnd type="none" w="med" len="med"/>
          </a:ln>
        </p:spPr>
      </p:cxnSp>
      <p:sp>
        <p:nvSpPr>
          <p:cNvPr id="43" name="Google Shape;43;p5"/>
          <p:cNvSpPr txBox="1"/>
          <p:nvPr/>
        </p:nvSpPr>
        <p:spPr>
          <a:xfrm>
            <a:off x="2465100" y="3576575"/>
            <a:ext cx="925500" cy="5865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GB" sz="4200" b="1">
                <a:solidFill>
                  <a:srgbClr val="CCE6E1"/>
                </a:solidFill>
                <a:latin typeface="Merriweather Sans"/>
                <a:ea typeface="Merriweather Sans"/>
                <a:cs typeface="Merriweather Sans"/>
                <a:sym typeface="Merriweather Sans"/>
              </a:rPr>
              <a:t>04</a:t>
            </a:r>
            <a:endParaRPr sz="4200" b="1">
              <a:solidFill>
                <a:srgbClr val="CCE6E1"/>
              </a:solidFill>
              <a:latin typeface="Merriweather Sans"/>
              <a:ea typeface="Merriweather Sans"/>
              <a:cs typeface="Merriweather Sans"/>
              <a:sym typeface="Merriweather Sans"/>
            </a:endParaRPr>
          </a:p>
        </p:txBody>
      </p:sp>
      <p:sp>
        <p:nvSpPr>
          <p:cNvPr id="44" name="Google Shape;44;p5"/>
          <p:cNvSpPr>
            <a:spLocks noGrp="1"/>
          </p:cNvSpPr>
          <p:nvPr>
            <p:ph type="pic" idx="2"/>
          </p:nvPr>
        </p:nvSpPr>
        <p:spPr>
          <a:xfrm>
            <a:off x="0" y="0"/>
            <a:ext cx="2235600" cy="5144400"/>
          </a:xfrm>
          <a:prstGeom prst="rect">
            <a:avLst/>
          </a:prstGeom>
          <a:noFill/>
          <a:ln>
            <a:noFill/>
          </a:ln>
        </p:spPr>
      </p:sp>
      <p:sp>
        <p:nvSpPr>
          <p:cNvPr id="45" name="Google Shape;45;p5"/>
          <p:cNvSpPr txBox="1">
            <a:spLocks noGrp="1"/>
          </p:cNvSpPr>
          <p:nvPr>
            <p:ph type="ctrTitle"/>
          </p:nvPr>
        </p:nvSpPr>
        <p:spPr>
          <a:xfrm>
            <a:off x="2559600" y="439200"/>
            <a:ext cx="3996000" cy="680400"/>
          </a:xfrm>
          <a:prstGeom prst="rect">
            <a:avLst/>
          </a:prstGeom>
        </p:spPr>
        <p:txBody>
          <a:bodyPr spcFirstLastPara="1" wrap="square" lIns="91425" tIns="91425" rIns="91425" bIns="91425" anchor="ctr" anchorCtr="0">
            <a:norm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46" name="Google Shape;46;p5"/>
          <p:cNvSpPr txBox="1">
            <a:spLocks noGrp="1"/>
          </p:cNvSpPr>
          <p:nvPr>
            <p:ph type="body" idx="1"/>
          </p:nvPr>
        </p:nvSpPr>
        <p:spPr>
          <a:xfrm>
            <a:off x="3391200" y="1209600"/>
            <a:ext cx="5209200" cy="759600"/>
          </a:xfrm>
          <a:prstGeom prst="rect">
            <a:avLst/>
          </a:prstGeom>
        </p:spPr>
        <p:txBody>
          <a:bodyPr spcFirstLastPara="1" wrap="square" lIns="91425" tIns="91425" rIns="91425" bIns="91425" anchor="ctr" anchorCtr="0">
            <a:normAutofit/>
          </a:bodyPr>
          <a:lstStyle>
            <a:lvl1pPr marL="457200" lvl="0" indent="-342900" rtl="0">
              <a:lnSpc>
                <a:spcPct val="115000"/>
              </a:lnSpc>
              <a:spcBef>
                <a:spcPts val="0"/>
              </a:spcBef>
              <a:spcAft>
                <a:spcPts val="0"/>
              </a:spcAft>
              <a:buClr>
                <a:schemeClr val="dk1"/>
              </a:buClr>
              <a:buSzPts val="1800"/>
              <a:buFont typeface="Merriweather Sans Light"/>
              <a:buChar char="●"/>
              <a:defRPr sz="1800">
                <a:solidFill>
                  <a:schemeClr val="dk1"/>
                </a:solidFill>
                <a:latin typeface="Merriweather Sans Light"/>
                <a:ea typeface="Merriweather Sans Light"/>
                <a:cs typeface="Merriweather Sans Light"/>
                <a:sym typeface="Merriweather Sans Light"/>
              </a:defRPr>
            </a:lvl1pPr>
            <a:lvl2pPr marL="914400" lvl="1"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2pPr>
            <a:lvl3pPr marL="1371600" lvl="2"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3pPr>
            <a:lvl4pPr marL="1828800" lvl="3"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4pPr>
            <a:lvl5pPr marL="2286000" lvl="4"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5pPr>
            <a:lvl6pPr marL="2743200" lvl="5"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6pPr>
            <a:lvl7pPr marL="3200400" lvl="6"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7pPr>
            <a:lvl8pPr marL="3657600" lvl="7"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8pPr>
            <a:lvl9pPr marL="4114800" lvl="8"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9pPr>
          </a:lstStyle>
          <a:p>
            <a:endParaRPr/>
          </a:p>
        </p:txBody>
      </p:sp>
      <p:sp>
        <p:nvSpPr>
          <p:cNvPr id="47" name="Google Shape;47;p5"/>
          <p:cNvSpPr txBox="1">
            <a:spLocks noGrp="1"/>
          </p:cNvSpPr>
          <p:nvPr>
            <p:ph type="body" idx="3"/>
          </p:nvPr>
        </p:nvSpPr>
        <p:spPr>
          <a:xfrm>
            <a:off x="3391200" y="1969200"/>
            <a:ext cx="5209200" cy="759600"/>
          </a:xfrm>
          <a:prstGeom prst="rect">
            <a:avLst/>
          </a:prstGeom>
        </p:spPr>
        <p:txBody>
          <a:bodyPr spcFirstLastPara="1" wrap="square" lIns="91425" tIns="91425" rIns="91425" bIns="91425" anchor="ctr" anchorCtr="0">
            <a:normAutofit/>
          </a:bodyPr>
          <a:lstStyle>
            <a:lvl1pPr marL="457200" lvl="0" indent="-342900" rtl="0">
              <a:lnSpc>
                <a:spcPct val="115000"/>
              </a:lnSpc>
              <a:spcBef>
                <a:spcPts val="0"/>
              </a:spcBef>
              <a:spcAft>
                <a:spcPts val="0"/>
              </a:spcAft>
              <a:buClr>
                <a:schemeClr val="dk1"/>
              </a:buClr>
              <a:buSzPts val="1800"/>
              <a:buFont typeface="Merriweather Sans Light"/>
              <a:buChar char="●"/>
              <a:defRPr sz="1800">
                <a:solidFill>
                  <a:schemeClr val="dk1"/>
                </a:solidFill>
                <a:latin typeface="Merriweather Sans Light"/>
                <a:ea typeface="Merriweather Sans Light"/>
                <a:cs typeface="Merriweather Sans Light"/>
                <a:sym typeface="Merriweather Sans Light"/>
              </a:defRPr>
            </a:lvl1pPr>
            <a:lvl2pPr marL="914400" lvl="1"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2pPr>
            <a:lvl3pPr marL="1371600" lvl="2"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3pPr>
            <a:lvl4pPr marL="1828800" lvl="3"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4pPr>
            <a:lvl5pPr marL="2286000" lvl="4"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5pPr>
            <a:lvl6pPr marL="2743200" lvl="5"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6pPr>
            <a:lvl7pPr marL="3200400" lvl="6"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7pPr>
            <a:lvl8pPr marL="3657600" lvl="7"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8pPr>
            <a:lvl9pPr marL="4114800" lvl="8"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9pPr>
          </a:lstStyle>
          <a:p>
            <a:endParaRPr/>
          </a:p>
        </p:txBody>
      </p:sp>
      <p:sp>
        <p:nvSpPr>
          <p:cNvPr id="48" name="Google Shape;48;p5"/>
          <p:cNvSpPr txBox="1">
            <a:spLocks noGrp="1"/>
          </p:cNvSpPr>
          <p:nvPr>
            <p:ph type="body" idx="4"/>
          </p:nvPr>
        </p:nvSpPr>
        <p:spPr>
          <a:xfrm>
            <a:off x="3391200" y="2728800"/>
            <a:ext cx="5209200" cy="759600"/>
          </a:xfrm>
          <a:prstGeom prst="rect">
            <a:avLst/>
          </a:prstGeom>
        </p:spPr>
        <p:txBody>
          <a:bodyPr spcFirstLastPara="1" wrap="square" lIns="91425" tIns="91425" rIns="91425" bIns="91425" anchor="ctr" anchorCtr="0">
            <a:normAutofit/>
          </a:bodyPr>
          <a:lstStyle>
            <a:lvl1pPr marL="457200" lvl="0" indent="-342900" rtl="0">
              <a:lnSpc>
                <a:spcPct val="115000"/>
              </a:lnSpc>
              <a:spcBef>
                <a:spcPts val="0"/>
              </a:spcBef>
              <a:spcAft>
                <a:spcPts val="0"/>
              </a:spcAft>
              <a:buClr>
                <a:schemeClr val="dk1"/>
              </a:buClr>
              <a:buSzPts val="1800"/>
              <a:buFont typeface="Merriweather Sans Light"/>
              <a:buChar char="●"/>
              <a:defRPr sz="1800">
                <a:solidFill>
                  <a:schemeClr val="dk1"/>
                </a:solidFill>
                <a:latin typeface="Merriweather Sans Light"/>
                <a:ea typeface="Merriweather Sans Light"/>
                <a:cs typeface="Merriweather Sans Light"/>
                <a:sym typeface="Merriweather Sans Light"/>
              </a:defRPr>
            </a:lvl1pPr>
            <a:lvl2pPr marL="914400" lvl="1"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2pPr>
            <a:lvl3pPr marL="1371600" lvl="2"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3pPr>
            <a:lvl4pPr marL="1828800" lvl="3"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4pPr>
            <a:lvl5pPr marL="2286000" lvl="4"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5pPr>
            <a:lvl6pPr marL="2743200" lvl="5"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6pPr>
            <a:lvl7pPr marL="3200400" lvl="6"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7pPr>
            <a:lvl8pPr marL="3657600" lvl="7"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8pPr>
            <a:lvl9pPr marL="4114800" lvl="8"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9pPr>
          </a:lstStyle>
          <a:p>
            <a:endParaRPr/>
          </a:p>
        </p:txBody>
      </p:sp>
      <p:sp>
        <p:nvSpPr>
          <p:cNvPr id="49" name="Google Shape;49;p5"/>
          <p:cNvSpPr txBox="1">
            <a:spLocks noGrp="1"/>
          </p:cNvSpPr>
          <p:nvPr>
            <p:ph type="body" idx="5"/>
          </p:nvPr>
        </p:nvSpPr>
        <p:spPr>
          <a:xfrm>
            <a:off x="3391200" y="3488400"/>
            <a:ext cx="5209200" cy="759600"/>
          </a:xfrm>
          <a:prstGeom prst="rect">
            <a:avLst/>
          </a:prstGeom>
        </p:spPr>
        <p:txBody>
          <a:bodyPr spcFirstLastPara="1" wrap="square" lIns="91425" tIns="91425" rIns="91425" bIns="91425" anchor="ctr" anchorCtr="0">
            <a:normAutofit/>
          </a:bodyPr>
          <a:lstStyle>
            <a:lvl1pPr marL="457200" lvl="0" indent="-342900" rtl="0">
              <a:lnSpc>
                <a:spcPct val="115000"/>
              </a:lnSpc>
              <a:spcBef>
                <a:spcPts val="0"/>
              </a:spcBef>
              <a:spcAft>
                <a:spcPts val="0"/>
              </a:spcAft>
              <a:buClr>
                <a:schemeClr val="dk1"/>
              </a:buClr>
              <a:buSzPts val="1800"/>
              <a:buFont typeface="Merriweather Sans Light"/>
              <a:buChar char="●"/>
              <a:defRPr sz="1800">
                <a:solidFill>
                  <a:schemeClr val="dk1"/>
                </a:solidFill>
                <a:latin typeface="Merriweather Sans Light"/>
                <a:ea typeface="Merriweather Sans Light"/>
                <a:cs typeface="Merriweather Sans Light"/>
                <a:sym typeface="Merriweather Sans Light"/>
              </a:defRPr>
            </a:lvl1pPr>
            <a:lvl2pPr marL="914400" lvl="1"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2pPr>
            <a:lvl3pPr marL="1371600" lvl="2"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3pPr>
            <a:lvl4pPr marL="1828800" lvl="3"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4pPr>
            <a:lvl5pPr marL="2286000" lvl="4"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5pPr>
            <a:lvl6pPr marL="2743200" lvl="5"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6pPr>
            <a:lvl7pPr marL="3200400" lvl="6"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7pPr>
            <a:lvl8pPr marL="3657600" lvl="7"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8pPr>
            <a:lvl9pPr marL="4114800" lvl="8"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Who Attended Slide" type="titleOnly">
  <p:cSld name="TITLE_ONLY">
    <p:spTree>
      <p:nvGrpSpPr>
        <p:cNvPr id="1" name="Shape 50"/>
        <p:cNvGrpSpPr/>
        <p:nvPr/>
      </p:nvGrpSpPr>
      <p:grpSpPr>
        <a:xfrm>
          <a:off x="0" y="0"/>
          <a:ext cx="0" cy="0"/>
          <a:chOff x="0" y="0"/>
          <a:chExt cx="0" cy="0"/>
        </a:xfrm>
      </p:grpSpPr>
      <p:sp>
        <p:nvSpPr>
          <p:cNvPr id="51" name="Google Shape;51;p6"/>
          <p:cNvSpPr/>
          <p:nvPr/>
        </p:nvSpPr>
        <p:spPr>
          <a:xfrm>
            <a:off x="4871325" y="3066300"/>
            <a:ext cx="3471900" cy="1313400"/>
          </a:xfrm>
          <a:prstGeom prst="rect">
            <a:avLst/>
          </a:prstGeom>
          <a:solidFill>
            <a:srgbClr val="CCE6E1">
              <a:alpha val="20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2" name="Google Shape;52;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53" name="Google Shape;53;p6"/>
          <p:cNvSpPr/>
          <p:nvPr/>
        </p:nvSpPr>
        <p:spPr>
          <a:xfrm>
            <a:off x="-54725" y="-61550"/>
            <a:ext cx="4315800" cy="5253000"/>
          </a:xfrm>
          <a:prstGeom prst="rect">
            <a:avLst/>
          </a:prstGeom>
          <a:solidFill>
            <a:srgbClr val="00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54" name="Google Shape;54;p6"/>
          <p:cNvSpPr/>
          <p:nvPr/>
        </p:nvSpPr>
        <p:spPr>
          <a:xfrm rot="10800000">
            <a:off x="-58" y="3604543"/>
            <a:ext cx="1174782" cy="1586907"/>
          </a:xfrm>
          <a:custGeom>
            <a:avLst/>
            <a:gdLst/>
            <a:ahLst/>
            <a:cxnLst/>
            <a:rect l="l" t="t" r="r" b="b"/>
            <a:pathLst>
              <a:path w="28421" h="38396" extrusionOk="0">
                <a:moveTo>
                  <a:pt x="1" y="1"/>
                </a:moveTo>
                <a:lnTo>
                  <a:pt x="28421" y="1"/>
                </a:lnTo>
                <a:lnTo>
                  <a:pt x="28421" y="38395"/>
                </a:lnTo>
                <a:lnTo>
                  <a:pt x="28421" y="38395"/>
                </a:lnTo>
                <a:cubicBezTo>
                  <a:pt x="12743" y="38395"/>
                  <a:pt x="1" y="25686"/>
                  <a:pt x="1" y="10008"/>
                </a:cubicBezTo>
                <a:lnTo>
                  <a:pt x="1" y="1"/>
                </a:lnTo>
                <a:close/>
              </a:path>
            </a:pathLst>
          </a:custGeom>
          <a:solidFill>
            <a:srgbClr val="0050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 name="Google Shape;55;p6"/>
          <p:cNvSpPr>
            <a:spLocks noGrp="1"/>
          </p:cNvSpPr>
          <p:nvPr>
            <p:ph type="pic" idx="2"/>
          </p:nvPr>
        </p:nvSpPr>
        <p:spPr>
          <a:xfrm>
            <a:off x="4870800" y="3067200"/>
            <a:ext cx="1314000" cy="1314000"/>
          </a:xfrm>
          <a:prstGeom prst="rect">
            <a:avLst/>
          </a:prstGeom>
          <a:noFill/>
          <a:ln>
            <a:noFill/>
          </a:ln>
        </p:spPr>
      </p:sp>
      <p:sp>
        <p:nvSpPr>
          <p:cNvPr id="56" name="Google Shape;56;p6"/>
          <p:cNvSpPr txBox="1">
            <a:spLocks noGrp="1"/>
          </p:cNvSpPr>
          <p:nvPr>
            <p:ph type="ctrTitle"/>
          </p:nvPr>
        </p:nvSpPr>
        <p:spPr>
          <a:xfrm>
            <a:off x="356400" y="1681200"/>
            <a:ext cx="3877200" cy="680400"/>
          </a:xfrm>
          <a:prstGeom prst="rect">
            <a:avLst/>
          </a:prstGeom>
        </p:spPr>
        <p:txBody>
          <a:bodyPr spcFirstLastPara="1" wrap="square" lIns="91425" tIns="91425" rIns="91425" bIns="91425" anchor="ctr" anchorCtr="0">
            <a:normAutofit/>
          </a:bodyPr>
          <a:lstStyle>
            <a:lvl1pPr lvl="0" rtl="0">
              <a:spcBef>
                <a:spcPts val="0"/>
              </a:spcBef>
              <a:spcAft>
                <a:spcPts val="0"/>
              </a:spcAft>
              <a:buClr>
                <a:schemeClr val="lt1"/>
              </a:buClr>
              <a:buSzPts val="3600"/>
              <a:buNone/>
              <a:defRPr sz="3600">
                <a:solidFill>
                  <a:schemeClr val="lt1"/>
                </a:solidFill>
              </a:defRPr>
            </a:lvl1pPr>
            <a:lvl2pPr lvl="1" rtl="0">
              <a:spcBef>
                <a:spcPts val="0"/>
              </a:spcBef>
              <a:spcAft>
                <a:spcPts val="0"/>
              </a:spcAft>
              <a:buClr>
                <a:schemeClr val="lt1"/>
              </a:buClr>
              <a:buSzPts val="3600"/>
              <a:buNone/>
              <a:defRPr sz="3600">
                <a:solidFill>
                  <a:schemeClr val="lt1"/>
                </a:solidFill>
              </a:defRPr>
            </a:lvl2pPr>
            <a:lvl3pPr lvl="2" rtl="0">
              <a:spcBef>
                <a:spcPts val="0"/>
              </a:spcBef>
              <a:spcAft>
                <a:spcPts val="0"/>
              </a:spcAft>
              <a:buClr>
                <a:schemeClr val="lt1"/>
              </a:buClr>
              <a:buSzPts val="3600"/>
              <a:buNone/>
              <a:defRPr sz="3600">
                <a:solidFill>
                  <a:schemeClr val="lt1"/>
                </a:solidFill>
              </a:defRPr>
            </a:lvl3pPr>
            <a:lvl4pPr lvl="3" rtl="0">
              <a:spcBef>
                <a:spcPts val="0"/>
              </a:spcBef>
              <a:spcAft>
                <a:spcPts val="0"/>
              </a:spcAft>
              <a:buClr>
                <a:schemeClr val="lt1"/>
              </a:buClr>
              <a:buSzPts val="3600"/>
              <a:buNone/>
              <a:defRPr sz="3600">
                <a:solidFill>
                  <a:schemeClr val="lt1"/>
                </a:solidFill>
              </a:defRPr>
            </a:lvl4pPr>
            <a:lvl5pPr lvl="4" rtl="0">
              <a:spcBef>
                <a:spcPts val="0"/>
              </a:spcBef>
              <a:spcAft>
                <a:spcPts val="0"/>
              </a:spcAft>
              <a:buClr>
                <a:schemeClr val="lt1"/>
              </a:buClr>
              <a:buSzPts val="3600"/>
              <a:buNone/>
              <a:defRPr sz="3600">
                <a:solidFill>
                  <a:schemeClr val="lt1"/>
                </a:solidFill>
              </a:defRPr>
            </a:lvl5pPr>
            <a:lvl6pPr lvl="5" rtl="0">
              <a:spcBef>
                <a:spcPts val="0"/>
              </a:spcBef>
              <a:spcAft>
                <a:spcPts val="0"/>
              </a:spcAft>
              <a:buClr>
                <a:schemeClr val="lt1"/>
              </a:buClr>
              <a:buSzPts val="3600"/>
              <a:buNone/>
              <a:defRPr sz="3600">
                <a:solidFill>
                  <a:schemeClr val="lt1"/>
                </a:solidFill>
              </a:defRPr>
            </a:lvl6pPr>
            <a:lvl7pPr lvl="6" rtl="0">
              <a:spcBef>
                <a:spcPts val="0"/>
              </a:spcBef>
              <a:spcAft>
                <a:spcPts val="0"/>
              </a:spcAft>
              <a:buClr>
                <a:schemeClr val="lt1"/>
              </a:buClr>
              <a:buSzPts val="3600"/>
              <a:buNone/>
              <a:defRPr sz="3600">
                <a:solidFill>
                  <a:schemeClr val="lt1"/>
                </a:solidFill>
              </a:defRPr>
            </a:lvl7pPr>
            <a:lvl8pPr lvl="7" rtl="0">
              <a:spcBef>
                <a:spcPts val="0"/>
              </a:spcBef>
              <a:spcAft>
                <a:spcPts val="0"/>
              </a:spcAft>
              <a:buClr>
                <a:schemeClr val="lt1"/>
              </a:buClr>
              <a:buSzPts val="3600"/>
              <a:buNone/>
              <a:defRPr sz="3600">
                <a:solidFill>
                  <a:schemeClr val="lt1"/>
                </a:solidFill>
              </a:defRPr>
            </a:lvl8pPr>
            <a:lvl9pPr lvl="8" rtl="0">
              <a:spcBef>
                <a:spcPts val="0"/>
              </a:spcBef>
              <a:spcAft>
                <a:spcPts val="0"/>
              </a:spcAft>
              <a:buClr>
                <a:schemeClr val="lt1"/>
              </a:buClr>
              <a:buSzPts val="3600"/>
              <a:buNone/>
              <a:defRPr sz="3600">
                <a:solidFill>
                  <a:schemeClr val="lt1"/>
                </a:solidFill>
              </a:defRPr>
            </a:lvl9pPr>
          </a:lstStyle>
          <a:p>
            <a:endParaRPr/>
          </a:p>
        </p:txBody>
      </p:sp>
      <p:sp>
        <p:nvSpPr>
          <p:cNvPr id="57" name="Google Shape;57;p6"/>
          <p:cNvSpPr txBox="1">
            <a:spLocks noGrp="1"/>
          </p:cNvSpPr>
          <p:nvPr>
            <p:ph type="body" idx="1"/>
          </p:nvPr>
        </p:nvSpPr>
        <p:spPr>
          <a:xfrm>
            <a:off x="356400" y="2098800"/>
            <a:ext cx="3877200" cy="1483200"/>
          </a:xfrm>
          <a:prstGeom prst="rect">
            <a:avLst/>
          </a:prstGeom>
        </p:spPr>
        <p:txBody>
          <a:bodyPr spcFirstLastPara="1" wrap="square" lIns="91425" tIns="91425" rIns="91425" bIns="91425" anchor="ctr" anchorCtr="0">
            <a:normAutofit/>
          </a:bodyPr>
          <a:lstStyle>
            <a:lvl1pPr marL="457200" lvl="0" indent="-342900" rtl="0">
              <a:lnSpc>
                <a:spcPct val="115000"/>
              </a:lnSpc>
              <a:spcBef>
                <a:spcPts val="0"/>
              </a:spcBef>
              <a:spcAft>
                <a:spcPts val="0"/>
              </a:spcAft>
              <a:buClr>
                <a:schemeClr val="lt1"/>
              </a:buClr>
              <a:buSzPts val="1800"/>
              <a:buFont typeface="Merriweather Sans Light"/>
              <a:buChar char="●"/>
              <a:defRPr sz="1800">
                <a:solidFill>
                  <a:schemeClr val="lt1"/>
                </a:solidFill>
                <a:latin typeface="Merriweather Sans Light"/>
                <a:ea typeface="Merriweather Sans Light"/>
                <a:cs typeface="Merriweather Sans Light"/>
                <a:sym typeface="Merriweather Sans Light"/>
              </a:defRPr>
            </a:lvl1pPr>
            <a:lvl2pPr marL="914400" lvl="1" indent="-317500" rtl="0">
              <a:lnSpc>
                <a:spcPct val="115000"/>
              </a:lnSpc>
              <a:spcBef>
                <a:spcPts val="0"/>
              </a:spcBef>
              <a:spcAft>
                <a:spcPts val="0"/>
              </a:spcAft>
              <a:buClr>
                <a:schemeClr val="lt1"/>
              </a:buClr>
              <a:buSzPts val="1400"/>
              <a:buFont typeface="Merriweather Sans Light"/>
              <a:buChar char="○"/>
              <a:defRPr>
                <a:solidFill>
                  <a:schemeClr val="lt1"/>
                </a:solidFill>
                <a:latin typeface="Merriweather Sans Light"/>
                <a:ea typeface="Merriweather Sans Light"/>
                <a:cs typeface="Merriweather Sans Light"/>
                <a:sym typeface="Merriweather Sans Light"/>
              </a:defRPr>
            </a:lvl2pPr>
            <a:lvl3pPr marL="1371600" lvl="2" indent="-317500" rtl="0">
              <a:lnSpc>
                <a:spcPct val="115000"/>
              </a:lnSpc>
              <a:spcBef>
                <a:spcPts val="0"/>
              </a:spcBef>
              <a:spcAft>
                <a:spcPts val="0"/>
              </a:spcAft>
              <a:buClr>
                <a:schemeClr val="lt1"/>
              </a:buClr>
              <a:buSzPts val="1400"/>
              <a:buFont typeface="Merriweather Sans Light"/>
              <a:buChar char="■"/>
              <a:defRPr>
                <a:solidFill>
                  <a:schemeClr val="lt1"/>
                </a:solidFill>
                <a:latin typeface="Merriweather Sans Light"/>
                <a:ea typeface="Merriweather Sans Light"/>
                <a:cs typeface="Merriweather Sans Light"/>
                <a:sym typeface="Merriweather Sans Light"/>
              </a:defRPr>
            </a:lvl3pPr>
            <a:lvl4pPr marL="1828800" lvl="3" indent="-317500" rtl="0">
              <a:lnSpc>
                <a:spcPct val="115000"/>
              </a:lnSpc>
              <a:spcBef>
                <a:spcPts val="0"/>
              </a:spcBef>
              <a:spcAft>
                <a:spcPts val="0"/>
              </a:spcAft>
              <a:buClr>
                <a:schemeClr val="lt1"/>
              </a:buClr>
              <a:buSzPts val="1400"/>
              <a:buFont typeface="Merriweather Sans Light"/>
              <a:buChar char="●"/>
              <a:defRPr>
                <a:solidFill>
                  <a:schemeClr val="lt1"/>
                </a:solidFill>
                <a:latin typeface="Merriweather Sans Light"/>
                <a:ea typeface="Merriweather Sans Light"/>
                <a:cs typeface="Merriweather Sans Light"/>
                <a:sym typeface="Merriweather Sans Light"/>
              </a:defRPr>
            </a:lvl4pPr>
            <a:lvl5pPr marL="2286000" lvl="4" indent="-317500" rtl="0">
              <a:lnSpc>
                <a:spcPct val="115000"/>
              </a:lnSpc>
              <a:spcBef>
                <a:spcPts val="0"/>
              </a:spcBef>
              <a:spcAft>
                <a:spcPts val="0"/>
              </a:spcAft>
              <a:buClr>
                <a:schemeClr val="lt1"/>
              </a:buClr>
              <a:buSzPts val="1400"/>
              <a:buFont typeface="Merriweather Sans Light"/>
              <a:buChar char="○"/>
              <a:defRPr>
                <a:solidFill>
                  <a:schemeClr val="lt1"/>
                </a:solidFill>
                <a:latin typeface="Merriweather Sans Light"/>
                <a:ea typeface="Merriweather Sans Light"/>
                <a:cs typeface="Merriweather Sans Light"/>
                <a:sym typeface="Merriweather Sans Light"/>
              </a:defRPr>
            </a:lvl5pPr>
            <a:lvl6pPr marL="2743200" lvl="5" indent="-317500" rtl="0">
              <a:lnSpc>
                <a:spcPct val="115000"/>
              </a:lnSpc>
              <a:spcBef>
                <a:spcPts val="0"/>
              </a:spcBef>
              <a:spcAft>
                <a:spcPts val="0"/>
              </a:spcAft>
              <a:buClr>
                <a:schemeClr val="lt1"/>
              </a:buClr>
              <a:buSzPts val="1400"/>
              <a:buFont typeface="Merriweather Sans Light"/>
              <a:buChar char="■"/>
              <a:defRPr>
                <a:solidFill>
                  <a:schemeClr val="lt1"/>
                </a:solidFill>
                <a:latin typeface="Merriweather Sans Light"/>
                <a:ea typeface="Merriweather Sans Light"/>
                <a:cs typeface="Merriweather Sans Light"/>
                <a:sym typeface="Merriweather Sans Light"/>
              </a:defRPr>
            </a:lvl6pPr>
            <a:lvl7pPr marL="3200400" lvl="6" indent="-317500" rtl="0">
              <a:lnSpc>
                <a:spcPct val="115000"/>
              </a:lnSpc>
              <a:spcBef>
                <a:spcPts val="0"/>
              </a:spcBef>
              <a:spcAft>
                <a:spcPts val="0"/>
              </a:spcAft>
              <a:buClr>
                <a:schemeClr val="lt1"/>
              </a:buClr>
              <a:buSzPts val="1400"/>
              <a:buFont typeface="Merriweather Sans Light"/>
              <a:buChar char="●"/>
              <a:defRPr>
                <a:solidFill>
                  <a:schemeClr val="lt1"/>
                </a:solidFill>
                <a:latin typeface="Merriweather Sans Light"/>
                <a:ea typeface="Merriweather Sans Light"/>
                <a:cs typeface="Merriweather Sans Light"/>
                <a:sym typeface="Merriweather Sans Light"/>
              </a:defRPr>
            </a:lvl7pPr>
            <a:lvl8pPr marL="3657600" lvl="7" indent="-317500" rtl="0">
              <a:lnSpc>
                <a:spcPct val="115000"/>
              </a:lnSpc>
              <a:spcBef>
                <a:spcPts val="0"/>
              </a:spcBef>
              <a:spcAft>
                <a:spcPts val="0"/>
              </a:spcAft>
              <a:buClr>
                <a:schemeClr val="lt1"/>
              </a:buClr>
              <a:buSzPts val="1400"/>
              <a:buFont typeface="Merriweather Sans Light"/>
              <a:buChar char="○"/>
              <a:defRPr>
                <a:solidFill>
                  <a:schemeClr val="lt1"/>
                </a:solidFill>
                <a:latin typeface="Merriweather Sans Light"/>
                <a:ea typeface="Merriweather Sans Light"/>
                <a:cs typeface="Merriweather Sans Light"/>
                <a:sym typeface="Merriweather Sans Light"/>
              </a:defRPr>
            </a:lvl8pPr>
            <a:lvl9pPr marL="4114800" lvl="8" indent="-317500" rtl="0">
              <a:lnSpc>
                <a:spcPct val="115000"/>
              </a:lnSpc>
              <a:spcBef>
                <a:spcPts val="0"/>
              </a:spcBef>
              <a:spcAft>
                <a:spcPts val="0"/>
              </a:spcAft>
              <a:buClr>
                <a:schemeClr val="lt1"/>
              </a:buClr>
              <a:buSzPts val="1400"/>
              <a:buFont typeface="Merriweather Sans Light"/>
              <a:buChar char="■"/>
              <a:defRPr>
                <a:solidFill>
                  <a:schemeClr val="lt1"/>
                </a:solidFill>
                <a:latin typeface="Merriweather Sans Light"/>
                <a:ea typeface="Merriweather Sans Light"/>
                <a:cs typeface="Merriweather Sans Light"/>
                <a:sym typeface="Merriweather Sans Light"/>
              </a:defRPr>
            </a:lvl9pPr>
          </a:lstStyle>
          <a:p>
            <a:endParaRPr/>
          </a:p>
        </p:txBody>
      </p:sp>
      <p:sp>
        <p:nvSpPr>
          <p:cNvPr id="58" name="Google Shape;58;p6"/>
          <p:cNvSpPr txBox="1">
            <a:spLocks noGrp="1"/>
          </p:cNvSpPr>
          <p:nvPr>
            <p:ph type="body" idx="3"/>
          </p:nvPr>
        </p:nvSpPr>
        <p:spPr>
          <a:xfrm>
            <a:off x="6451200" y="3384000"/>
            <a:ext cx="1681200" cy="370800"/>
          </a:xfrm>
          <a:prstGeom prst="rect">
            <a:avLst/>
          </a:prstGeom>
        </p:spPr>
        <p:txBody>
          <a:bodyPr spcFirstLastPara="1" wrap="square" lIns="91425" tIns="91425" rIns="91425" bIns="91425" anchor="ctr" anchorCtr="0">
            <a:normAutofit/>
          </a:bodyPr>
          <a:lstStyle>
            <a:lvl1pPr marL="457200" lvl="0" indent="-342900" rtl="0">
              <a:lnSpc>
                <a:spcPct val="115000"/>
              </a:lnSpc>
              <a:spcBef>
                <a:spcPts val="0"/>
              </a:spcBef>
              <a:spcAft>
                <a:spcPts val="0"/>
              </a:spcAft>
              <a:buClr>
                <a:schemeClr val="dk1"/>
              </a:buClr>
              <a:buSzPts val="1800"/>
              <a:buFont typeface="Merriweather Sans"/>
              <a:buChar char="●"/>
              <a:defRPr sz="1800">
                <a:solidFill>
                  <a:schemeClr val="dk1"/>
                </a:solidFill>
                <a:latin typeface="Merriweather Sans"/>
                <a:ea typeface="Merriweather Sans"/>
                <a:cs typeface="Merriweather Sans"/>
                <a:sym typeface="Merriweather Sans"/>
              </a:defRPr>
            </a:lvl1pPr>
            <a:lvl2pPr marL="914400" lvl="1" indent="-317500" rtl="0">
              <a:lnSpc>
                <a:spcPct val="115000"/>
              </a:lnSpc>
              <a:spcBef>
                <a:spcPts val="0"/>
              </a:spcBef>
              <a:spcAft>
                <a:spcPts val="0"/>
              </a:spcAft>
              <a:buClr>
                <a:schemeClr val="dk1"/>
              </a:buClr>
              <a:buSzPts val="1400"/>
              <a:buFont typeface="Merriweather Sans"/>
              <a:buChar char="○"/>
              <a:defRPr>
                <a:solidFill>
                  <a:schemeClr val="dk1"/>
                </a:solidFill>
                <a:latin typeface="Merriweather Sans"/>
                <a:ea typeface="Merriweather Sans"/>
                <a:cs typeface="Merriweather Sans"/>
                <a:sym typeface="Merriweather Sans"/>
              </a:defRPr>
            </a:lvl2pPr>
            <a:lvl3pPr marL="1371600" lvl="2" indent="-317500" rtl="0">
              <a:lnSpc>
                <a:spcPct val="115000"/>
              </a:lnSpc>
              <a:spcBef>
                <a:spcPts val="0"/>
              </a:spcBef>
              <a:spcAft>
                <a:spcPts val="0"/>
              </a:spcAft>
              <a:buClr>
                <a:schemeClr val="dk1"/>
              </a:buClr>
              <a:buSzPts val="1400"/>
              <a:buFont typeface="Merriweather Sans"/>
              <a:buChar char="■"/>
              <a:defRPr>
                <a:solidFill>
                  <a:schemeClr val="dk1"/>
                </a:solidFill>
                <a:latin typeface="Merriweather Sans"/>
                <a:ea typeface="Merriweather Sans"/>
                <a:cs typeface="Merriweather Sans"/>
                <a:sym typeface="Merriweather Sans"/>
              </a:defRPr>
            </a:lvl3pPr>
            <a:lvl4pPr marL="1828800" lvl="3" indent="-317500" rtl="0">
              <a:lnSpc>
                <a:spcPct val="115000"/>
              </a:lnSpc>
              <a:spcBef>
                <a:spcPts val="0"/>
              </a:spcBef>
              <a:spcAft>
                <a:spcPts val="0"/>
              </a:spcAft>
              <a:buClr>
                <a:schemeClr val="dk1"/>
              </a:buClr>
              <a:buSzPts val="1400"/>
              <a:buFont typeface="Merriweather Sans"/>
              <a:buChar char="●"/>
              <a:defRPr>
                <a:solidFill>
                  <a:schemeClr val="dk1"/>
                </a:solidFill>
                <a:latin typeface="Merriweather Sans"/>
                <a:ea typeface="Merriweather Sans"/>
                <a:cs typeface="Merriweather Sans"/>
                <a:sym typeface="Merriweather Sans"/>
              </a:defRPr>
            </a:lvl4pPr>
            <a:lvl5pPr marL="2286000" lvl="4" indent="-317500" rtl="0">
              <a:lnSpc>
                <a:spcPct val="115000"/>
              </a:lnSpc>
              <a:spcBef>
                <a:spcPts val="0"/>
              </a:spcBef>
              <a:spcAft>
                <a:spcPts val="0"/>
              </a:spcAft>
              <a:buClr>
                <a:schemeClr val="dk1"/>
              </a:buClr>
              <a:buSzPts val="1400"/>
              <a:buFont typeface="Merriweather Sans"/>
              <a:buChar char="○"/>
              <a:defRPr>
                <a:solidFill>
                  <a:schemeClr val="dk1"/>
                </a:solidFill>
                <a:latin typeface="Merriweather Sans"/>
                <a:ea typeface="Merriweather Sans"/>
                <a:cs typeface="Merriweather Sans"/>
                <a:sym typeface="Merriweather Sans"/>
              </a:defRPr>
            </a:lvl5pPr>
            <a:lvl6pPr marL="2743200" lvl="5" indent="-317500" rtl="0">
              <a:lnSpc>
                <a:spcPct val="115000"/>
              </a:lnSpc>
              <a:spcBef>
                <a:spcPts val="0"/>
              </a:spcBef>
              <a:spcAft>
                <a:spcPts val="0"/>
              </a:spcAft>
              <a:buClr>
                <a:schemeClr val="dk1"/>
              </a:buClr>
              <a:buSzPts val="1400"/>
              <a:buFont typeface="Merriweather Sans"/>
              <a:buChar char="■"/>
              <a:defRPr>
                <a:solidFill>
                  <a:schemeClr val="dk1"/>
                </a:solidFill>
                <a:latin typeface="Merriweather Sans"/>
                <a:ea typeface="Merriweather Sans"/>
                <a:cs typeface="Merriweather Sans"/>
                <a:sym typeface="Merriweather Sans"/>
              </a:defRPr>
            </a:lvl6pPr>
            <a:lvl7pPr marL="3200400" lvl="6" indent="-317500" rtl="0">
              <a:lnSpc>
                <a:spcPct val="115000"/>
              </a:lnSpc>
              <a:spcBef>
                <a:spcPts val="0"/>
              </a:spcBef>
              <a:spcAft>
                <a:spcPts val="0"/>
              </a:spcAft>
              <a:buClr>
                <a:schemeClr val="dk1"/>
              </a:buClr>
              <a:buSzPts val="1400"/>
              <a:buFont typeface="Merriweather Sans"/>
              <a:buChar char="●"/>
              <a:defRPr>
                <a:solidFill>
                  <a:schemeClr val="dk1"/>
                </a:solidFill>
                <a:latin typeface="Merriweather Sans"/>
                <a:ea typeface="Merriweather Sans"/>
                <a:cs typeface="Merriweather Sans"/>
                <a:sym typeface="Merriweather Sans"/>
              </a:defRPr>
            </a:lvl7pPr>
            <a:lvl8pPr marL="3657600" lvl="7" indent="-317500" rtl="0">
              <a:lnSpc>
                <a:spcPct val="115000"/>
              </a:lnSpc>
              <a:spcBef>
                <a:spcPts val="0"/>
              </a:spcBef>
              <a:spcAft>
                <a:spcPts val="0"/>
              </a:spcAft>
              <a:buClr>
                <a:schemeClr val="dk1"/>
              </a:buClr>
              <a:buSzPts val="1400"/>
              <a:buFont typeface="Merriweather Sans"/>
              <a:buChar char="○"/>
              <a:defRPr>
                <a:solidFill>
                  <a:schemeClr val="dk1"/>
                </a:solidFill>
                <a:latin typeface="Merriweather Sans"/>
                <a:ea typeface="Merriweather Sans"/>
                <a:cs typeface="Merriweather Sans"/>
                <a:sym typeface="Merriweather Sans"/>
              </a:defRPr>
            </a:lvl8pPr>
            <a:lvl9pPr marL="4114800" lvl="8" indent="-317500" rtl="0">
              <a:lnSpc>
                <a:spcPct val="115000"/>
              </a:lnSpc>
              <a:spcBef>
                <a:spcPts val="0"/>
              </a:spcBef>
              <a:spcAft>
                <a:spcPts val="0"/>
              </a:spcAft>
              <a:buClr>
                <a:schemeClr val="dk1"/>
              </a:buClr>
              <a:buSzPts val="1400"/>
              <a:buFont typeface="Merriweather Sans"/>
              <a:buChar char="■"/>
              <a:defRPr>
                <a:solidFill>
                  <a:schemeClr val="dk1"/>
                </a:solidFill>
                <a:latin typeface="Merriweather Sans"/>
                <a:ea typeface="Merriweather Sans"/>
                <a:cs typeface="Merriweather Sans"/>
                <a:sym typeface="Merriweather Sans"/>
              </a:defRPr>
            </a:lvl9pPr>
          </a:lstStyle>
          <a:p>
            <a:endParaRPr/>
          </a:p>
        </p:txBody>
      </p:sp>
      <p:sp>
        <p:nvSpPr>
          <p:cNvPr id="59" name="Google Shape;59;p6"/>
          <p:cNvSpPr txBox="1">
            <a:spLocks noGrp="1"/>
          </p:cNvSpPr>
          <p:nvPr>
            <p:ph type="body" idx="4"/>
          </p:nvPr>
        </p:nvSpPr>
        <p:spPr>
          <a:xfrm>
            <a:off x="6451200" y="3690000"/>
            <a:ext cx="1681200" cy="370800"/>
          </a:xfrm>
          <a:prstGeom prst="rect">
            <a:avLst/>
          </a:prstGeom>
        </p:spPr>
        <p:txBody>
          <a:bodyPr spcFirstLastPara="1" wrap="square" lIns="91425" tIns="91425" rIns="91425" bIns="91425" anchor="ctr" anchorCtr="0">
            <a:normAutofit/>
          </a:bodyPr>
          <a:lstStyle>
            <a:lvl1pPr marL="457200" lvl="0" indent="-342900" rtl="0">
              <a:lnSpc>
                <a:spcPct val="115000"/>
              </a:lnSpc>
              <a:spcBef>
                <a:spcPts val="0"/>
              </a:spcBef>
              <a:spcAft>
                <a:spcPts val="0"/>
              </a:spcAft>
              <a:buClr>
                <a:schemeClr val="dk1"/>
              </a:buClr>
              <a:buSzPts val="1800"/>
              <a:buChar char="●"/>
              <a:defRPr sz="1800">
                <a:solidFill>
                  <a:schemeClr val="dk1"/>
                </a:solidFill>
              </a:defRPr>
            </a:lvl1pPr>
            <a:lvl2pPr marL="914400" lvl="1" indent="-317500" rtl="0">
              <a:lnSpc>
                <a:spcPct val="115000"/>
              </a:lnSpc>
              <a:spcBef>
                <a:spcPts val="0"/>
              </a:spcBef>
              <a:spcAft>
                <a:spcPts val="0"/>
              </a:spcAft>
              <a:buClr>
                <a:schemeClr val="dk1"/>
              </a:buClr>
              <a:buSzPts val="1400"/>
              <a:buChar char="○"/>
              <a:defRPr>
                <a:solidFill>
                  <a:schemeClr val="dk1"/>
                </a:solidFill>
              </a:defRPr>
            </a:lvl2pPr>
            <a:lvl3pPr marL="1371600" lvl="2" indent="-317500" rtl="0">
              <a:lnSpc>
                <a:spcPct val="115000"/>
              </a:lnSpc>
              <a:spcBef>
                <a:spcPts val="0"/>
              </a:spcBef>
              <a:spcAft>
                <a:spcPts val="0"/>
              </a:spcAft>
              <a:buClr>
                <a:schemeClr val="dk1"/>
              </a:buClr>
              <a:buSzPts val="1400"/>
              <a:buChar char="■"/>
              <a:defRPr>
                <a:solidFill>
                  <a:schemeClr val="dk1"/>
                </a:solidFill>
              </a:defRPr>
            </a:lvl3pPr>
            <a:lvl4pPr marL="1828800" lvl="3" indent="-317500" rtl="0">
              <a:lnSpc>
                <a:spcPct val="115000"/>
              </a:lnSpc>
              <a:spcBef>
                <a:spcPts val="0"/>
              </a:spcBef>
              <a:spcAft>
                <a:spcPts val="0"/>
              </a:spcAft>
              <a:buClr>
                <a:schemeClr val="dk1"/>
              </a:buClr>
              <a:buSzPts val="1400"/>
              <a:buChar char="●"/>
              <a:defRPr>
                <a:solidFill>
                  <a:schemeClr val="dk1"/>
                </a:solidFill>
              </a:defRPr>
            </a:lvl4pPr>
            <a:lvl5pPr marL="2286000" lvl="4" indent="-317500" rtl="0">
              <a:lnSpc>
                <a:spcPct val="115000"/>
              </a:lnSpc>
              <a:spcBef>
                <a:spcPts val="0"/>
              </a:spcBef>
              <a:spcAft>
                <a:spcPts val="0"/>
              </a:spcAft>
              <a:buClr>
                <a:schemeClr val="dk1"/>
              </a:buClr>
              <a:buSzPts val="1400"/>
              <a:buChar char="○"/>
              <a:defRPr>
                <a:solidFill>
                  <a:schemeClr val="dk1"/>
                </a:solidFill>
              </a:defRPr>
            </a:lvl5pPr>
            <a:lvl6pPr marL="2743200" lvl="5" indent="-317500" rtl="0">
              <a:lnSpc>
                <a:spcPct val="115000"/>
              </a:lnSpc>
              <a:spcBef>
                <a:spcPts val="0"/>
              </a:spcBef>
              <a:spcAft>
                <a:spcPts val="0"/>
              </a:spcAft>
              <a:buClr>
                <a:schemeClr val="dk1"/>
              </a:buClr>
              <a:buSzPts val="1400"/>
              <a:buChar char="■"/>
              <a:defRPr>
                <a:solidFill>
                  <a:schemeClr val="dk1"/>
                </a:solidFill>
              </a:defRPr>
            </a:lvl6pPr>
            <a:lvl7pPr marL="3200400" lvl="6" indent="-317500" rtl="0">
              <a:lnSpc>
                <a:spcPct val="115000"/>
              </a:lnSpc>
              <a:spcBef>
                <a:spcPts val="0"/>
              </a:spcBef>
              <a:spcAft>
                <a:spcPts val="0"/>
              </a:spcAft>
              <a:buClr>
                <a:schemeClr val="dk1"/>
              </a:buClr>
              <a:buSzPts val="1400"/>
              <a:buChar char="●"/>
              <a:defRPr>
                <a:solidFill>
                  <a:schemeClr val="dk1"/>
                </a:solidFill>
              </a:defRPr>
            </a:lvl7pPr>
            <a:lvl8pPr marL="3657600" lvl="7" indent="-317500" rtl="0">
              <a:lnSpc>
                <a:spcPct val="115000"/>
              </a:lnSpc>
              <a:spcBef>
                <a:spcPts val="0"/>
              </a:spcBef>
              <a:spcAft>
                <a:spcPts val="0"/>
              </a:spcAft>
              <a:buClr>
                <a:schemeClr val="dk1"/>
              </a:buClr>
              <a:buSzPts val="1400"/>
              <a:buChar char="○"/>
              <a:defRPr>
                <a:solidFill>
                  <a:schemeClr val="dk1"/>
                </a:solidFill>
              </a:defRPr>
            </a:lvl8pPr>
            <a:lvl9pPr marL="4114800" lvl="8" indent="-317500" rtl="0">
              <a:lnSpc>
                <a:spcPct val="115000"/>
              </a:lnSpc>
              <a:spcBef>
                <a:spcPts val="0"/>
              </a:spcBef>
              <a:spcAft>
                <a:spcPts val="0"/>
              </a:spcAft>
              <a:buClr>
                <a:schemeClr val="dk1"/>
              </a:buClr>
              <a:buSzPts val="1400"/>
              <a:buChar char="■"/>
              <a:defRPr>
                <a:solidFill>
                  <a:schemeClr val="dk1"/>
                </a:solidFill>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Audience Feedback Slide">
  <p:cSld name="MAIN_POINT">
    <p:spTree>
      <p:nvGrpSpPr>
        <p:cNvPr id="1" name="Shape 79"/>
        <p:cNvGrpSpPr/>
        <p:nvPr/>
      </p:nvGrpSpPr>
      <p:grpSpPr>
        <a:xfrm>
          <a:off x="0" y="0"/>
          <a:ext cx="0" cy="0"/>
          <a:chOff x="0" y="0"/>
          <a:chExt cx="0" cy="0"/>
        </a:xfrm>
      </p:grpSpPr>
      <p:sp>
        <p:nvSpPr>
          <p:cNvPr id="80" name="Google Shape;80;p8"/>
          <p:cNvSpPr txBox="1">
            <a:spLocks noGrp="1"/>
          </p:cNvSpPr>
          <p:nvPr>
            <p:ph type="sldNum" idx="12"/>
          </p:nvPr>
        </p:nvSpPr>
        <p:spPr>
          <a:xfrm>
            <a:off x="8502733" y="46693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81" name="Google Shape;81;p8"/>
          <p:cNvSpPr/>
          <p:nvPr/>
        </p:nvSpPr>
        <p:spPr>
          <a:xfrm>
            <a:off x="4606050" y="-82850"/>
            <a:ext cx="2250300" cy="5321400"/>
          </a:xfrm>
          <a:prstGeom prst="rect">
            <a:avLst/>
          </a:prstGeom>
          <a:solidFill>
            <a:srgbClr val="00806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2" name="Google Shape;82;p8"/>
          <p:cNvSpPr/>
          <p:nvPr/>
        </p:nvSpPr>
        <p:spPr>
          <a:xfrm>
            <a:off x="6923975" y="-82850"/>
            <a:ext cx="2250300" cy="5321400"/>
          </a:xfrm>
          <a:prstGeom prst="rect">
            <a:avLst/>
          </a:prstGeom>
          <a:solidFill>
            <a:srgbClr val="005046"/>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83" name="Google Shape;83;p8"/>
          <p:cNvSpPr txBox="1"/>
          <p:nvPr/>
        </p:nvSpPr>
        <p:spPr>
          <a:xfrm>
            <a:off x="4462400" y="-377850"/>
            <a:ext cx="1073700" cy="2955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8000">
                <a:solidFill>
                  <a:srgbClr val="FFFFFF"/>
                </a:solidFill>
                <a:latin typeface="Impact"/>
                <a:ea typeface="Impact"/>
                <a:cs typeface="Impact"/>
                <a:sym typeface="Impact"/>
              </a:rPr>
              <a:t>“</a:t>
            </a:r>
            <a:endParaRPr sz="18000">
              <a:solidFill>
                <a:srgbClr val="FFFFFF"/>
              </a:solidFill>
              <a:latin typeface="Impact"/>
              <a:ea typeface="Impact"/>
              <a:cs typeface="Impact"/>
              <a:sym typeface="Impact"/>
            </a:endParaRPr>
          </a:p>
        </p:txBody>
      </p:sp>
      <p:sp>
        <p:nvSpPr>
          <p:cNvPr id="84" name="Google Shape;84;p8"/>
          <p:cNvSpPr txBox="1"/>
          <p:nvPr/>
        </p:nvSpPr>
        <p:spPr>
          <a:xfrm rot="10800000">
            <a:off x="8237375" y="2566050"/>
            <a:ext cx="1073700" cy="2955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GB" sz="18000">
                <a:solidFill>
                  <a:srgbClr val="FFFFFF"/>
                </a:solidFill>
                <a:latin typeface="Impact"/>
                <a:ea typeface="Impact"/>
                <a:cs typeface="Impact"/>
                <a:sym typeface="Impact"/>
              </a:rPr>
              <a:t>“</a:t>
            </a:r>
            <a:endParaRPr sz="18000">
              <a:solidFill>
                <a:srgbClr val="FFFFFF"/>
              </a:solidFill>
              <a:latin typeface="Impact"/>
              <a:ea typeface="Impact"/>
              <a:cs typeface="Impact"/>
              <a:sym typeface="Impact"/>
            </a:endParaRPr>
          </a:p>
        </p:txBody>
      </p:sp>
      <p:sp>
        <p:nvSpPr>
          <p:cNvPr id="85" name="Google Shape;85;p8"/>
          <p:cNvSpPr txBox="1">
            <a:spLocks noGrp="1"/>
          </p:cNvSpPr>
          <p:nvPr>
            <p:ph type="ctrTitle"/>
          </p:nvPr>
        </p:nvSpPr>
        <p:spPr>
          <a:xfrm>
            <a:off x="356400" y="1681200"/>
            <a:ext cx="3996000" cy="680400"/>
          </a:xfrm>
          <a:prstGeom prst="rect">
            <a:avLst/>
          </a:prstGeom>
        </p:spPr>
        <p:txBody>
          <a:bodyPr spcFirstLastPara="1" wrap="square" lIns="91425" tIns="91425" rIns="91425" bIns="91425" anchor="ctr" anchorCtr="0">
            <a:norm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86" name="Google Shape;86;p8"/>
          <p:cNvSpPr txBox="1">
            <a:spLocks noGrp="1"/>
          </p:cNvSpPr>
          <p:nvPr>
            <p:ph type="body" idx="1"/>
          </p:nvPr>
        </p:nvSpPr>
        <p:spPr>
          <a:xfrm>
            <a:off x="356400" y="2098800"/>
            <a:ext cx="3996000" cy="1483200"/>
          </a:xfrm>
          <a:prstGeom prst="rect">
            <a:avLst/>
          </a:prstGeom>
        </p:spPr>
        <p:txBody>
          <a:bodyPr spcFirstLastPara="1" wrap="square" lIns="91425" tIns="91425" rIns="91425" bIns="91425" anchor="ctr" anchorCtr="0">
            <a:normAutofit/>
          </a:bodyPr>
          <a:lstStyle>
            <a:lvl1pPr marL="457200" lvl="0" indent="-342900" rtl="0">
              <a:lnSpc>
                <a:spcPct val="115000"/>
              </a:lnSpc>
              <a:spcBef>
                <a:spcPts val="0"/>
              </a:spcBef>
              <a:spcAft>
                <a:spcPts val="0"/>
              </a:spcAft>
              <a:buClr>
                <a:schemeClr val="dk1"/>
              </a:buClr>
              <a:buSzPts val="1800"/>
              <a:buFont typeface="Merriweather Sans Light"/>
              <a:buChar char="●"/>
              <a:defRPr sz="1800">
                <a:solidFill>
                  <a:schemeClr val="dk1"/>
                </a:solidFill>
                <a:latin typeface="Merriweather Sans Light"/>
                <a:ea typeface="Merriweather Sans Light"/>
                <a:cs typeface="Merriweather Sans Light"/>
                <a:sym typeface="Merriweather Sans Light"/>
              </a:defRPr>
            </a:lvl1pPr>
            <a:lvl2pPr marL="914400" lvl="1"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2pPr>
            <a:lvl3pPr marL="1371600" lvl="2"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3pPr>
            <a:lvl4pPr marL="1828800" lvl="3"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4pPr>
            <a:lvl5pPr marL="2286000" lvl="4"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5pPr>
            <a:lvl6pPr marL="2743200" lvl="5"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6pPr>
            <a:lvl7pPr marL="3200400" lvl="6"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7pPr>
            <a:lvl8pPr marL="3657600" lvl="7"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8pPr>
            <a:lvl9pPr marL="4114800" lvl="8"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9pPr>
          </a:lstStyle>
          <a:p>
            <a:endParaRPr/>
          </a:p>
        </p:txBody>
      </p:sp>
      <p:sp>
        <p:nvSpPr>
          <p:cNvPr id="87" name="Google Shape;87;p8"/>
          <p:cNvSpPr/>
          <p:nvPr/>
        </p:nvSpPr>
        <p:spPr>
          <a:xfrm>
            <a:off x="2236600" y="1231150"/>
            <a:ext cx="1981602" cy="2448523"/>
          </a:xfrm>
          <a:custGeom>
            <a:avLst/>
            <a:gdLst/>
            <a:ahLst/>
            <a:cxnLst/>
            <a:rect l="l" t="t" r="r" b="b"/>
            <a:pathLst>
              <a:path w="26754" h="33058" extrusionOk="0">
                <a:moveTo>
                  <a:pt x="26753" y="0"/>
                </a:moveTo>
                <a:lnTo>
                  <a:pt x="1" y="0"/>
                </a:lnTo>
                <a:lnTo>
                  <a:pt x="1" y="15211"/>
                </a:lnTo>
                <a:cubicBezTo>
                  <a:pt x="1" y="25051"/>
                  <a:pt x="8006" y="33057"/>
                  <a:pt x="17847" y="33057"/>
                </a:cubicBezTo>
                <a:lnTo>
                  <a:pt x="26753" y="33057"/>
                </a:lnTo>
                <a:lnTo>
                  <a:pt x="26753" y="0"/>
                </a:lnTo>
                <a:close/>
              </a:path>
            </a:pathLst>
          </a:custGeom>
          <a:solidFill>
            <a:srgbClr val="CCE6E1">
              <a:alpha val="35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8"/>
          <p:cNvSpPr txBox="1">
            <a:spLocks noGrp="1"/>
          </p:cNvSpPr>
          <p:nvPr>
            <p:ph type="body" idx="2"/>
          </p:nvPr>
        </p:nvSpPr>
        <p:spPr>
          <a:xfrm>
            <a:off x="4795200" y="1278000"/>
            <a:ext cx="1810800" cy="2584800"/>
          </a:xfrm>
          <a:prstGeom prst="rect">
            <a:avLst/>
          </a:prstGeom>
        </p:spPr>
        <p:txBody>
          <a:bodyPr spcFirstLastPara="1" wrap="square" lIns="91425" tIns="91425" rIns="91425" bIns="91425" anchor="ctr" anchorCtr="0">
            <a:normAutofit/>
          </a:bodyPr>
          <a:lstStyle>
            <a:lvl1pPr marL="457200" lvl="0" indent="-342900" rtl="0">
              <a:lnSpc>
                <a:spcPct val="115000"/>
              </a:lnSpc>
              <a:spcBef>
                <a:spcPts val="0"/>
              </a:spcBef>
              <a:spcAft>
                <a:spcPts val="0"/>
              </a:spcAft>
              <a:buClr>
                <a:schemeClr val="lt1"/>
              </a:buClr>
              <a:buSzPts val="1800"/>
              <a:buFont typeface="Merriweather Sans Light"/>
              <a:buChar char="●"/>
              <a:defRPr sz="1800">
                <a:solidFill>
                  <a:schemeClr val="lt1"/>
                </a:solidFill>
                <a:latin typeface="Merriweather Sans Light"/>
                <a:ea typeface="Merriweather Sans Light"/>
                <a:cs typeface="Merriweather Sans Light"/>
                <a:sym typeface="Merriweather Sans Light"/>
              </a:defRPr>
            </a:lvl1pPr>
            <a:lvl2pPr marL="914400" lvl="1" indent="-317500" rtl="0">
              <a:lnSpc>
                <a:spcPct val="115000"/>
              </a:lnSpc>
              <a:spcBef>
                <a:spcPts val="0"/>
              </a:spcBef>
              <a:spcAft>
                <a:spcPts val="0"/>
              </a:spcAft>
              <a:buClr>
                <a:schemeClr val="lt1"/>
              </a:buClr>
              <a:buSzPts val="1400"/>
              <a:buFont typeface="Merriweather Sans Light"/>
              <a:buChar char="○"/>
              <a:defRPr>
                <a:solidFill>
                  <a:schemeClr val="lt1"/>
                </a:solidFill>
                <a:latin typeface="Merriweather Sans Light"/>
                <a:ea typeface="Merriweather Sans Light"/>
                <a:cs typeface="Merriweather Sans Light"/>
                <a:sym typeface="Merriweather Sans Light"/>
              </a:defRPr>
            </a:lvl2pPr>
            <a:lvl3pPr marL="1371600" lvl="2" indent="-317500" rtl="0">
              <a:lnSpc>
                <a:spcPct val="115000"/>
              </a:lnSpc>
              <a:spcBef>
                <a:spcPts val="0"/>
              </a:spcBef>
              <a:spcAft>
                <a:spcPts val="0"/>
              </a:spcAft>
              <a:buClr>
                <a:schemeClr val="lt1"/>
              </a:buClr>
              <a:buSzPts val="1400"/>
              <a:buFont typeface="Merriweather Sans Light"/>
              <a:buChar char="■"/>
              <a:defRPr>
                <a:solidFill>
                  <a:schemeClr val="lt1"/>
                </a:solidFill>
                <a:latin typeface="Merriweather Sans Light"/>
                <a:ea typeface="Merriweather Sans Light"/>
                <a:cs typeface="Merriweather Sans Light"/>
                <a:sym typeface="Merriweather Sans Light"/>
              </a:defRPr>
            </a:lvl3pPr>
            <a:lvl4pPr marL="1828800" lvl="3" indent="-317500" rtl="0">
              <a:lnSpc>
                <a:spcPct val="115000"/>
              </a:lnSpc>
              <a:spcBef>
                <a:spcPts val="0"/>
              </a:spcBef>
              <a:spcAft>
                <a:spcPts val="0"/>
              </a:spcAft>
              <a:buClr>
                <a:schemeClr val="lt1"/>
              </a:buClr>
              <a:buSzPts val="1400"/>
              <a:buFont typeface="Merriweather Sans Light"/>
              <a:buChar char="●"/>
              <a:defRPr>
                <a:solidFill>
                  <a:schemeClr val="lt1"/>
                </a:solidFill>
                <a:latin typeface="Merriweather Sans Light"/>
                <a:ea typeface="Merriweather Sans Light"/>
                <a:cs typeface="Merriweather Sans Light"/>
                <a:sym typeface="Merriweather Sans Light"/>
              </a:defRPr>
            </a:lvl4pPr>
            <a:lvl5pPr marL="2286000" lvl="4" indent="-317500" rtl="0">
              <a:lnSpc>
                <a:spcPct val="115000"/>
              </a:lnSpc>
              <a:spcBef>
                <a:spcPts val="0"/>
              </a:spcBef>
              <a:spcAft>
                <a:spcPts val="0"/>
              </a:spcAft>
              <a:buClr>
                <a:schemeClr val="lt1"/>
              </a:buClr>
              <a:buSzPts val="1400"/>
              <a:buFont typeface="Merriweather Sans Light"/>
              <a:buChar char="○"/>
              <a:defRPr>
                <a:solidFill>
                  <a:schemeClr val="lt1"/>
                </a:solidFill>
                <a:latin typeface="Merriweather Sans Light"/>
                <a:ea typeface="Merriweather Sans Light"/>
                <a:cs typeface="Merriweather Sans Light"/>
                <a:sym typeface="Merriweather Sans Light"/>
              </a:defRPr>
            </a:lvl5pPr>
            <a:lvl6pPr marL="2743200" lvl="5" indent="-317500" rtl="0">
              <a:lnSpc>
                <a:spcPct val="115000"/>
              </a:lnSpc>
              <a:spcBef>
                <a:spcPts val="0"/>
              </a:spcBef>
              <a:spcAft>
                <a:spcPts val="0"/>
              </a:spcAft>
              <a:buClr>
                <a:schemeClr val="lt1"/>
              </a:buClr>
              <a:buSzPts val="1400"/>
              <a:buFont typeface="Merriweather Sans Light"/>
              <a:buChar char="■"/>
              <a:defRPr>
                <a:solidFill>
                  <a:schemeClr val="lt1"/>
                </a:solidFill>
                <a:latin typeface="Merriweather Sans Light"/>
                <a:ea typeface="Merriweather Sans Light"/>
                <a:cs typeface="Merriweather Sans Light"/>
                <a:sym typeface="Merriweather Sans Light"/>
              </a:defRPr>
            </a:lvl6pPr>
            <a:lvl7pPr marL="3200400" lvl="6" indent="-317500" rtl="0">
              <a:lnSpc>
                <a:spcPct val="115000"/>
              </a:lnSpc>
              <a:spcBef>
                <a:spcPts val="0"/>
              </a:spcBef>
              <a:spcAft>
                <a:spcPts val="0"/>
              </a:spcAft>
              <a:buClr>
                <a:schemeClr val="lt1"/>
              </a:buClr>
              <a:buSzPts val="1400"/>
              <a:buFont typeface="Merriweather Sans Light"/>
              <a:buChar char="●"/>
              <a:defRPr>
                <a:solidFill>
                  <a:schemeClr val="lt1"/>
                </a:solidFill>
                <a:latin typeface="Merriweather Sans Light"/>
                <a:ea typeface="Merriweather Sans Light"/>
                <a:cs typeface="Merriweather Sans Light"/>
                <a:sym typeface="Merriweather Sans Light"/>
              </a:defRPr>
            </a:lvl7pPr>
            <a:lvl8pPr marL="3657600" lvl="7" indent="-317500" rtl="0">
              <a:lnSpc>
                <a:spcPct val="115000"/>
              </a:lnSpc>
              <a:spcBef>
                <a:spcPts val="0"/>
              </a:spcBef>
              <a:spcAft>
                <a:spcPts val="0"/>
              </a:spcAft>
              <a:buClr>
                <a:schemeClr val="lt1"/>
              </a:buClr>
              <a:buSzPts val="1400"/>
              <a:buFont typeface="Merriweather Sans Light"/>
              <a:buChar char="○"/>
              <a:defRPr>
                <a:solidFill>
                  <a:schemeClr val="lt1"/>
                </a:solidFill>
                <a:latin typeface="Merriweather Sans Light"/>
                <a:ea typeface="Merriweather Sans Light"/>
                <a:cs typeface="Merriweather Sans Light"/>
                <a:sym typeface="Merriweather Sans Light"/>
              </a:defRPr>
            </a:lvl8pPr>
            <a:lvl9pPr marL="4114800" lvl="8" indent="-317500" rtl="0">
              <a:lnSpc>
                <a:spcPct val="115000"/>
              </a:lnSpc>
              <a:spcBef>
                <a:spcPts val="0"/>
              </a:spcBef>
              <a:spcAft>
                <a:spcPts val="0"/>
              </a:spcAft>
              <a:buClr>
                <a:schemeClr val="lt1"/>
              </a:buClr>
              <a:buSzPts val="1400"/>
              <a:buFont typeface="Merriweather Sans Light"/>
              <a:buChar char="■"/>
              <a:defRPr>
                <a:solidFill>
                  <a:schemeClr val="lt1"/>
                </a:solidFill>
                <a:latin typeface="Merriweather Sans Light"/>
                <a:ea typeface="Merriweather Sans Light"/>
                <a:cs typeface="Merriweather Sans Light"/>
                <a:sym typeface="Merriweather Sans Light"/>
              </a:defRPr>
            </a:lvl9pPr>
          </a:lstStyle>
          <a:p>
            <a:endParaRPr/>
          </a:p>
        </p:txBody>
      </p:sp>
      <p:sp>
        <p:nvSpPr>
          <p:cNvPr id="89" name="Google Shape;89;p8"/>
          <p:cNvSpPr txBox="1">
            <a:spLocks noGrp="1"/>
          </p:cNvSpPr>
          <p:nvPr>
            <p:ph type="body" idx="3"/>
          </p:nvPr>
        </p:nvSpPr>
        <p:spPr>
          <a:xfrm>
            <a:off x="7113600" y="1278000"/>
            <a:ext cx="1810800" cy="2584800"/>
          </a:xfrm>
          <a:prstGeom prst="rect">
            <a:avLst/>
          </a:prstGeom>
        </p:spPr>
        <p:txBody>
          <a:bodyPr spcFirstLastPara="1" wrap="square" lIns="91425" tIns="91425" rIns="91425" bIns="91425" anchor="ctr" anchorCtr="0">
            <a:normAutofit/>
          </a:bodyPr>
          <a:lstStyle>
            <a:lvl1pPr marL="457200" lvl="0" indent="-342900" rtl="0">
              <a:lnSpc>
                <a:spcPct val="115000"/>
              </a:lnSpc>
              <a:spcBef>
                <a:spcPts val="0"/>
              </a:spcBef>
              <a:spcAft>
                <a:spcPts val="0"/>
              </a:spcAft>
              <a:buClr>
                <a:schemeClr val="lt1"/>
              </a:buClr>
              <a:buSzPts val="1800"/>
              <a:buFont typeface="Merriweather Sans Light"/>
              <a:buChar char="●"/>
              <a:defRPr sz="1800">
                <a:solidFill>
                  <a:schemeClr val="lt1"/>
                </a:solidFill>
                <a:latin typeface="Merriweather Sans Light"/>
                <a:ea typeface="Merriweather Sans Light"/>
                <a:cs typeface="Merriweather Sans Light"/>
                <a:sym typeface="Merriweather Sans Light"/>
              </a:defRPr>
            </a:lvl1pPr>
            <a:lvl2pPr marL="914400" lvl="1" indent="-317500" rtl="0">
              <a:lnSpc>
                <a:spcPct val="115000"/>
              </a:lnSpc>
              <a:spcBef>
                <a:spcPts val="0"/>
              </a:spcBef>
              <a:spcAft>
                <a:spcPts val="0"/>
              </a:spcAft>
              <a:buClr>
                <a:schemeClr val="lt1"/>
              </a:buClr>
              <a:buSzPts val="1400"/>
              <a:buFont typeface="Merriweather Sans Light"/>
              <a:buChar char="○"/>
              <a:defRPr>
                <a:solidFill>
                  <a:schemeClr val="lt1"/>
                </a:solidFill>
                <a:latin typeface="Merriweather Sans Light"/>
                <a:ea typeface="Merriweather Sans Light"/>
                <a:cs typeface="Merriweather Sans Light"/>
                <a:sym typeface="Merriweather Sans Light"/>
              </a:defRPr>
            </a:lvl2pPr>
            <a:lvl3pPr marL="1371600" lvl="2" indent="-317500" rtl="0">
              <a:lnSpc>
                <a:spcPct val="115000"/>
              </a:lnSpc>
              <a:spcBef>
                <a:spcPts val="0"/>
              </a:spcBef>
              <a:spcAft>
                <a:spcPts val="0"/>
              </a:spcAft>
              <a:buClr>
                <a:schemeClr val="lt1"/>
              </a:buClr>
              <a:buSzPts val="1400"/>
              <a:buFont typeface="Merriweather Sans Light"/>
              <a:buChar char="■"/>
              <a:defRPr>
                <a:solidFill>
                  <a:schemeClr val="lt1"/>
                </a:solidFill>
                <a:latin typeface="Merriweather Sans Light"/>
                <a:ea typeface="Merriweather Sans Light"/>
                <a:cs typeface="Merriweather Sans Light"/>
                <a:sym typeface="Merriweather Sans Light"/>
              </a:defRPr>
            </a:lvl3pPr>
            <a:lvl4pPr marL="1828800" lvl="3" indent="-317500" rtl="0">
              <a:lnSpc>
                <a:spcPct val="115000"/>
              </a:lnSpc>
              <a:spcBef>
                <a:spcPts val="0"/>
              </a:spcBef>
              <a:spcAft>
                <a:spcPts val="0"/>
              </a:spcAft>
              <a:buClr>
                <a:schemeClr val="lt1"/>
              </a:buClr>
              <a:buSzPts val="1400"/>
              <a:buFont typeface="Merriweather Sans Light"/>
              <a:buChar char="●"/>
              <a:defRPr>
                <a:solidFill>
                  <a:schemeClr val="lt1"/>
                </a:solidFill>
                <a:latin typeface="Merriweather Sans Light"/>
                <a:ea typeface="Merriweather Sans Light"/>
                <a:cs typeface="Merriweather Sans Light"/>
                <a:sym typeface="Merriweather Sans Light"/>
              </a:defRPr>
            </a:lvl4pPr>
            <a:lvl5pPr marL="2286000" lvl="4" indent="-317500" rtl="0">
              <a:lnSpc>
                <a:spcPct val="115000"/>
              </a:lnSpc>
              <a:spcBef>
                <a:spcPts val="0"/>
              </a:spcBef>
              <a:spcAft>
                <a:spcPts val="0"/>
              </a:spcAft>
              <a:buClr>
                <a:schemeClr val="lt1"/>
              </a:buClr>
              <a:buSzPts val="1400"/>
              <a:buFont typeface="Merriweather Sans Light"/>
              <a:buChar char="○"/>
              <a:defRPr>
                <a:solidFill>
                  <a:schemeClr val="lt1"/>
                </a:solidFill>
                <a:latin typeface="Merriweather Sans Light"/>
                <a:ea typeface="Merriweather Sans Light"/>
                <a:cs typeface="Merriweather Sans Light"/>
                <a:sym typeface="Merriweather Sans Light"/>
              </a:defRPr>
            </a:lvl5pPr>
            <a:lvl6pPr marL="2743200" lvl="5" indent="-317500" rtl="0">
              <a:lnSpc>
                <a:spcPct val="115000"/>
              </a:lnSpc>
              <a:spcBef>
                <a:spcPts val="0"/>
              </a:spcBef>
              <a:spcAft>
                <a:spcPts val="0"/>
              </a:spcAft>
              <a:buClr>
                <a:schemeClr val="lt1"/>
              </a:buClr>
              <a:buSzPts val="1400"/>
              <a:buFont typeface="Merriweather Sans Light"/>
              <a:buChar char="■"/>
              <a:defRPr>
                <a:solidFill>
                  <a:schemeClr val="lt1"/>
                </a:solidFill>
                <a:latin typeface="Merriweather Sans Light"/>
                <a:ea typeface="Merriweather Sans Light"/>
                <a:cs typeface="Merriweather Sans Light"/>
                <a:sym typeface="Merriweather Sans Light"/>
              </a:defRPr>
            </a:lvl6pPr>
            <a:lvl7pPr marL="3200400" lvl="6" indent="-317500" rtl="0">
              <a:lnSpc>
                <a:spcPct val="115000"/>
              </a:lnSpc>
              <a:spcBef>
                <a:spcPts val="0"/>
              </a:spcBef>
              <a:spcAft>
                <a:spcPts val="0"/>
              </a:spcAft>
              <a:buClr>
                <a:schemeClr val="lt1"/>
              </a:buClr>
              <a:buSzPts val="1400"/>
              <a:buFont typeface="Merriweather Sans Light"/>
              <a:buChar char="●"/>
              <a:defRPr>
                <a:solidFill>
                  <a:schemeClr val="lt1"/>
                </a:solidFill>
                <a:latin typeface="Merriweather Sans Light"/>
                <a:ea typeface="Merriweather Sans Light"/>
                <a:cs typeface="Merriweather Sans Light"/>
                <a:sym typeface="Merriweather Sans Light"/>
              </a:defRPr>
            </a:lvl7pPr>
            <a:lvl8pPr marL="3657600" lvl="7" indent="-317500" rtl="0">
              <a:lnSpc>
                <a:spcPct val="115000"/>
              </a:lnSpc>
              <a:spcBef>
                <a:spcPts val="0"/>
              </a:spcBef>
              <a:spcAft>
                <a:spcPts val="0"/>
              </a:spcAft>
              <a:buClr>
                <a:schemeClr val="lt1"/>
              </a:buClr>
              <a:buSzPts val="1400"/>
              <a:buFont typeface="Merriweather Sans Light"/>
              <a:buChar char="○"/>
              <a:defRPr>
                <a:solidFill>
                  <a:schemeClr val="lt1"/>
                </a:solidFill>
                <a:latin typeface="Merriweather Sans Light"/>
                <a:ea typeface="Merriweather Sans Light"/>
                <a:cs typeface="Merriweather Sans Light"/>
                <a:sym typeface="Merriweather Sans Light"/>
              </a:defRPr>
            </a:lvl8pPr>
            <a:lvl9pPr marL="4114800" lvl="8" indent="-317500" rtl="0">
              <a:lnSpc>
                <a:spcPct val="115000"/>
              </a:lnSpc>
              <a:spcBef>
                <a:spcPts val="0"/>
              </a:spcBef>
              <a:spcAft>
                <a:spcPts val="0"/>
              </a:spcAft>
              <a:buClr>
                <a:schemeClr val="lt1"/>
              </a:buClr>
              <a:buSzPts val="1400"/>
              <a:buFont typeface="Merriweather Sans Light"/>
              <a:buChar char="■"/>
              <a:defRPr>
                <a:solidFill>
                  <a:schemeClr val="lt1"/>
                </a:solidFill>
                <a:latin typeface="Merriweather Sans Light"/>
                <a:ea typeface="Merriweather Sans Light"/>
                <a:cs typeface="Merriweather Sans Light"/>
                <a:sym typeface="Merriweather Sans Light"/>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Key Takeaways Slide">
  <p:cSld name="SECTION_TITLE_AND_DESCRIPTION">
    <p:spTree>
      <p:nvGrpSpPr>
        <p:cNvPr id="1" name="Shape 90"/>
        <p:cNvGrpSpPr/>
        <p:nvPr/>
      </p:nvGrpSpPr>
      <p:grpSpPr>
        <a:xfrm>
          <a:off x="0" y="0"/>
          <a:ext cx="0" cy="0"/>
          <a:chOff x="0" y="0"/>
          <a:chExt cx="0" cy="0"/>
        </a:xfrm>
      </p:grpSpPr>
      <p:sp>
        <p:nvSpPr>
          <p:cNvPr id="91" name="Google Shape;91;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92" name="Google Shape;92;p9"/>
          <p:cNvSpPr/>
          <p:nvPr/>
        </p:nvSpPr>
        <p:spPr>
          <a:xfrm>
            <a:off x="2171750" y="2047650"/>
            <a:ext cx="3291600" cy="3291600"/>
          </a:xfrm>
          <a:prstGeom prst="ellipse">
            <a:avLst/>
          </a:prstGeom>
          <a:solidFill>
            <a:srgbClr val="CCE6E1">
              <a:alpha val="35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3" name="Google Shape;93;p9"/>
          <p:cNvSpPr/>
          <p:nvPr/>
        </p:nvSpPr>
        <p:spPr>
          <a:xfrm>
            <a:off x="-61450" y="2332350"/>
            <a:ext cx="3809700" cy="2859000"/>
          </a:xfrm>
          <a:prstGeom prst="rect">
            <a:avLst/>
          </a:prstGeom>
          <a:solidFill>
            <a:srgbClr val="000000"/>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94" name="Google Shape;94;p9"/>
          <p:cNvSpPr/>
          <p:nvPr/>
        </p:nvSpPr>
        <p:spPr>
          <a:xfrm rot="-5400000">
            <a:off x="7337016" y="-764033"/>
            <a:ext cx="1200245" cy="2564222"/>
          </a:xfrm>
          <a:custGeom>
            <a:avLst/>
            <a:gdLst/>
            <a:ahLst/>
            <a:cxnLst/>
            <a:rect l="l" t="t" r="r" b="b"/>
            <a:pathLst>
              <a:path w="28388" h="60645" extrusionOk="0">
                <a:moveTo>
                  <a:pt x="1" y="1"/>
                </a:moveTo>
                <a:lnTo>
                  <a:pt x="1" y="60644"/>
                </a:lnTo>
                <a:lnTo>
                  <a:pt x="28388" y="60644"/>
                </a:lnTo>
                <a:lnTo>
                  <a:pt x="28388" y="28421"/>
                </a:lnTo>
                <a:cubicBezTo>
                  <a:pt x="28388" y="12743"/>
                  <a:pt x="15679" y="1"/>
                  <a:pt x="1" y="1"/>
                </a:cubicBezTo>
                <a:close/>
              </a:path>
            </a:pathLst>
          </a:custGeom>
          <a:solidFill>
            <a:srgbClr val="0080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9"/>
          <p:cNvSpPr>
            <a:spLocks noGrp="1"/>
          </p:cNvSpPr>
          <p:nvPr>
            <p:ph type="pic" idx="2"/>
          </p:nvPr>
        </p:nvSpPr>
        <p:spPr>
          <a:xfrm>
            <a:off x="846000" y="385200"/>
            <a:ext cx="3236400" cy="4068000"/>
          </a:xfrm>
          <a:prstGeom prst="rect">
            <a:avLst/>
          </a:prstGeom>
          <a:noFill/>
          <a:ln>
            <a:noFill/>
          </a:ln>
        </p:spPr>
      </p:sp>
      <p:sp>
        <p:nvSpPr>
          <p:cNvPr id="96" name="Google Shape;96;p9"/>
          <p:cNvSpPr txBox="1">
            <a:spLocks noGrp="1"/>
          </p:cNvSpPr>
          <p:nvPr>
            <p:ph type="ctrTitle"/>
          </p:nvPr>
        </p:nvSpPr>
        <p:spPr>
          <a:xfrm>
            <a:off x="4428000" y="1443600"/>
            <a:ext cx="3996000" cy="680400"/>
          </a:xfrm>
          <a:prstGeom prst="rect">
            <a:avLst/>
          </a:prstGeom>
        </p:spPr>
        <p:txBody>
          <a:bodyPr spcFirstLastPara="1" wrap="square" lIns="91425" tIns="91425" rIns="91425" bIns="91425" anchor="ctr" anchorCtr="0">
            <a:norm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97" name="Google Shape;97;p9"/>
          <p:cNvSpPr txBox="1">
            <a:spLocks noGrp="1"/>
          </p:cNvSpPr>
          <p:nvPr>
            <p:ph type="body" idx="1"/>
          </p:nvPr>
        </p:nvSpPr>
        <p:spPr>
          <a:xfrm>
            <a:off x="4428000" y="1861200"/>
            <a:ext cx="3996000" cy="1483200"/>
          </a:xfrm>
          <a:prstGeom prst="rect">
            <a:avLst/>
          </a:prstGeom>
        </p:spPr>
        <p:txBody>
          <a:bodyPr spcFirstLastPara="1" wrap="square" lIns="91425" tIns="91425" rIns="91425" bIns="91425" anchor="ctr" anchorCtr="0">
            <a:normAutofit/>
          </a:bodyPr>
          <a:lstStyle>
            <a:lvl1pPr marL="457200" lvl="0" indent="-342900" rtl="0">
              <a:lnSpc>
                <a:spcPct val="115000"/>
              </a:lnSpc>
              <a:spcBef>
                <a:spcPts val="0"/>
              </a:spcBef>
              <a:spcAft>
                <a:spcPts val="0"/>
              </a:spcAft>
              <a:buClr>
                <a:schemeClr val="dk1"/>
              </a:buClr>
              <a:buSzPts val="1800"/>
              <a:buFont typeface="Merriweather Sans Light"/>
              <a:buChar char="●"/>
              <a:defRPr sz="1800">
                <a:solidFill>
                  <a:schemeClr val="dk1"/>
                </a:solidFill>
                <a:latin typeface="Merriweather Sans Light"/>
                <a:ea typeface="Merriweather Sans Light"/>
                <a:cs typeface="Merriweather Sans Light"/>
                <a:sym typeface="Merriweather Sans Light"/>
              </a:defRPr>
            </a:lvl1pPr>
            <a:lvl2pPr marL="914400" lvl="1"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2pPr>
            <a:lvl3pPr marL="1371600" lvl="2"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3pPr>
            <a:lvl4pPr marL="1828800" lvl="3"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4pPr>
            <a:lvl5pPr marL="2286000" lvl="4"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5pPr>
            <a:lvl6pPr marL="2743200" lvl="5"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6pPr>
            <a:lvl7pPr marL="3200400" lvl="6"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7pPr>
            <a:lvl8pPr marL="3657600" lvl="7"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8pPr>
            <a:lvl9pPr marL="4114800" lvl="8"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hallenges Faced Slide">
  <p:cSld name="CAPTION_ONLY">
    <p:spTree>
      <p:nvGrpSpPr>
        <p:cNvPr id="1" name="Shape 98"/>
        <p:cNvGrpSpPr/>
        <p:nvPr/>
      </p:nvGrpSpPr>
      <p:grpSpPr>
        <a:xfrm>
          <a:off x="0" y="0"/>
          <a:ext cx="0" cy="0"/>
          <a:chOff x="0" y="0"/>
          <a:chExt cx="0" cy="0"/>
        </a:xfrm>
      </p:grpSpPr>
      <p:sp>
        <p:nvSpPr>
          <p:cNvPr id="99" name="Google Shape;99;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100" name="Google Shape;100;p10"/>
          <p:cNvSpPr/>
          <p:nvPr/>
        </p:nvSpPr>
        <p:spPr>
          <a:xfrm>
            <a:off x="5077500" y="305375"/>
            <a:ext cx="4066500" cy="4066500"/>
          </a:xfrm>
          <a:prstGeom prst="ellipse">
            <a:avLst/>
          </a:prstGeom>
          <a:solidFill>
            <a:srgbClr val="CCE6E1">
              <a:alpha val="35000"/>
            </a:srgbClr>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01" name="Google Shape;101;p10"/>
          <p:cNvSpPr/>
          <p:nvPr/>
        </p:nvSpPr>
        <p:spPr>
          <a:xfrm>
            <a:off x="5807912" y="4747753"/>
            <a:ext cx="3386289" cy="471948"/>
          </a:xfrm>
          <a:custGeom>
            <a:avLst/>
            <a:gdLst/>
            <a:ahLst/>
            <a:cxnLst/>
            <a:rect l="l" t="t" r="r" b="b"/>
            <a:pathLst>
              <a:path w="77556" h="10809" extrusionOk="0">
                <a:moveTo>
                  <a:pt x="20815" y="0"/>
                </a:moveTo>
                <a:cubicBezTo>
                  <a:pt x="12209" y="0"/>
                  <a:pt x="4603" y="4270"/>
                  <a:pt x="0" y="10808"/>
                </a:cubicBezTo>
                <a:lnTo>
                  <a:pt x="77555" y="10808"/>
                </a:lnTo>
                <a:lnTo>
                  <a:pt x="77555" y="0"/>
                </a:lnTo>
                <a:close/>
              </a:path>
            </a:pathLst>
          </a:custGeom>
          <a:solidFill>
            <a:srgbClr val="0050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0"/>
          <p:cNvSpPr/>
          <p:nvPr/>
        </p:nvSpPr>
        <p:spPr>
          <a:xfrm flipH="1">
            <a:off x="-3" y="-2"/>
            <a:ext cx="752375" cy="1016342"/>
          </a:xfrm>
          <a:custGeom>
            <a:avLst/>
            <a:gdLst/>
            <a:ahLst/>
            <a:cxnLst/>
            <a:rect l="l" t="t" r="r" b="b"/>
            <a:pathLst>
              <a:path w="28421" h="38396" extrusionOk="0">
                <a:moveTo>
                  <a:pt x="1" y="1"/>
                </a:moveTo>
                <a:lnTo>
                  <a:pt x="28421" y="1"/>
                </a:lnTo>
                <a:lnTo>
                  <a:pt x="28421" y="38395"/>
                </a:lnTo>
                <a:lnTo>
                  <a:pt x="28421" y="38395"/>
                </a:lnTo>
                <a:cubicBezTo>
                  <a:pt x="12743" y="38395"/>
                  <a:pt x="1" y="25686"/>
                  <a:pt x="1" y="10008"/>
                </a:cubicBezTo>
                <a:lnTo>
                  <a:pt x="1" y="1"/>
                </a:lnTo>
                <a:close/>
              </a:path>
            </a:pathLst>
          </a:custGeom>
          <a:solidFill>
            <a:srgbClr val="00806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10"/>
          <p:cNvSpPr>
            <a:spLocks noGrp="1"/>
          </p:cNvSpPr>
          <p:nvPr>
            <p:ph type="pic" idx="2"/>
          </p:nvPr>
        </p:nvSpPr>
        <p:spPr>
          <a:xfrm>
            <a:off x="5292000" y="0"/>
            <a:ext cx="1825200" cy="4068000"/>
          </a:xfrm>
          <a:prstGeom prst="rect">
            <a:avLst/>
          </a:prstGeom>
          <a:noFill/>
          <a:ln>
            <a:noFill/>
          </a:ln>
        </p:spPr>
      </p:sp>
      <p:sp>
        <p:nvSpPr>
          <p:cNvPr id="104" name="Google Shape;104;p10"/>
          <p:cNvSpPr>
            <a:spLocks noGrp="1"/>
          </p:cNvSpPr>
          <p:nvPr>
            <p:ph type="pic" idx="3"/>
          </p:nvPr>
        </p:nvSpPr>
        <p:spPr>
          <a:xfrm>
            <a:off x="7318800" y="1076400"/>
            <a:ext cx="1825200" cy="4068000"/>
          </a:xfrm>
          <a:prstGeom prst="rect">
            <a:avLst/>
          </a:prstGeom>
          <a:noFill/>
          <a:ln>
            <a:noFill/>
          </a:ln>
        </p:spPr>
      </p:sp>
      <p:sp>
        <p:nvSpPr>
          <p:cNvPr id="105" name="Google Shape;105;p10"/>
          <p:cNvSpPr txBox="1">
            <a:spLocks noGrp="1"/>
          </p:cNvSpPr>
          <p:nvPr>
            <p:ph type="ctrTitle"/>
          </p:nvPr>
        </p:nvSpPr>
        <p:spPr>
          <a:xfrm>
            <a:off x="378000" y="864000"/>
            <a:ext cx="3996000" cy="680400"/>
          </a:xfrm>
          <a:prstGeom prst="rect">
            <a:avLst/>
          </a:prstGeom>
        </p:spPr>
        <p:txBody>
          <a:bodyPr spcFirstLastPara="1" wrap="square" lIns="91425" tIns="91425" rIns="91425" bIns="91425" anchor="ctr" anchorCtr="0">
            <a:norm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06" name="Google Shape;106;p10"/>
          <p:cNvSpPr txBox="1">
            <a:spLocks noGrp="1"/>
          </p:cNvSpPr>
          <p:nvPr>
            <p:ph type="body" idx="1"/>
          </p:nvPr>
        </p:nvSpPr>
        <p:spPr>
          <a:xfrm>
            <a:off x="378000" y="1292400"/>
            <a:ext cx="3996000" cy="2988000"/>
          </a:xfrm>
          <a:prstGeom prst="rect">
            <a:avLst/>
          </a:prstGeom>
        </p:spPr>
        <p:txBody>
          <a:bodyPr spcFirstLastPara="1" wrap="square" lIns="91425" tIns="91425" rIns="91425" bIns="91425" anchor="ctr" anchorCtr="0">
            <a:normAutofit/>
          </a:bodyPr>
          <a:lstStyle>
            <a:lvl1pPr marL="457200" lvl="0" indent="-342900" rtl="0">
              <a:lnSpc>
                <a:spcPct val="115000"/>
              </a:lnSpc>
              <a:spcBef>
                <a:spcPts val="0"/>
              </a:spcBef>
              <a:spcAft>
                <a:spcPts val="0"/>
              </a:spcAft>
              <a:buClr>
                <a:schemeClr val="dk1"/>
              </a:buClr>
              <a:buSzPts val="1800"/>
              <a:buFont typeface="Merriweather Sans Light"/>
              <a:buChar char="●"/>
              <a:defRPr sz="1800">
                <a:solidFill>
                  <a:schemeClr val="dk1"/>
                </a:solidFill>
                <a:latin typeface="Merriweather Sans Light"/>
                <a:ea typeface="Merriweather Sans Light"/>
                <a:cs typeface="Merriweather Sans Light"/>
                <a:sym typeface="Merriweather Sans Light"/>
              </a:defRPr>
            </a:lvl1pPr>
            <a:lvl2pPr marL="914400" lvl="1"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2pPr>
            <a:lvl3pPr marL="1371600" lvl="2"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3pPr>
            <a:lvl4pPr marL="1828800" lvl="3"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4pPr>
            <a:lvl5pPr marL="2286000" lvl="4"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5pPr>
            <a:lvl6pPr marL="2743200" lvl="5"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6pPr>
            <a:lvl7pPr marL="3200400" lvl="6"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7pPr>
            <a:lvl8pPr marL="3657600" lvl="7"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8pPr>
            <a:lvl9pPr marL="4114800" lvl="8"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hankyou Slide">
  <p:cSld name="BIG_NUMBER">
    <p:spTree>
      <p:nvGrpSpPr>
        <p:cNvPr id="1" name="Shape 107"/>
        <p:cNvGrpSpPr/>
        <p:nvPr/>
      </p:nvGrpSpPr>
      <p:grpSpPr>
        <a:xfrm>
          <a:off x="0" y="0"/>
          <a:ext cx="0" cy="0"/>
          <a:chOff x="0" y="0"/>
          <a:chExt cx="0" cy="0"/>
        </a:xfrm>
      </p:grpSpPr>
      <p:sp>
        <p:nvSpPr>
          <p:cNvPr id="108" name="Google Shape;108;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
        <p:nvSpPr>
          <p:cNvPr id="109" name="Google Shape;109;p11"/>
          <p:cNvSpPr/>
          <p:nvPr/>
        </p:nvSpPr>
        <p:spPr>
          <a:xfrm>
            <a:off x="4828875" y="1388400"/>
            <a:ext cx="2017800" cy="3755100"/>
          </a:xfrm>
          <a:prstGeom prst="rect">
            <a:avLst/>
          </a:prstGeom>
          <a:solidFill>
            <a:srgbClr val="008069"/>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p>
        </p:txBody>
      </p:sp>
      <p:sp>
        <p:nvSpPr>
          <p:cNvPr id="110" name="Google Shape;110;p11"/>
          <p:cNvSpPr/>
          <p:nvPr/>
        </p:nvSpPr>
        <p:spPr>
          <a:xfrm>
            <a:off x="7162400" y="0"/>
            <a:ext cx="1981602" cy="2448523"/>
          </a:xfrm>
          <a:custGeom>
            <a:avLst/>
            <a:gdLst/>
            <a:ahLst/>
            <a:cxnLst/>
            <a:rect l="l" t="t" r="r" b="b"/>
            <a:pathLst>
              <a:path w="26754" h="33058" extrusionOk="0">
                <a:moveTo>
                  <a:pt x="26753" y="0"/>
                </a:moveTo>
                <a:lnTo>
                  <a:pt x="1" y="0"/>
                </a:lnTo>
                <a:lnTo>
                  <a:pt x="1" y="15211"/>
                </a:lnTo>
                <a:cubicBezTo>
                  <a:pt x="1" y="25051"/>
                  <a:pt x="8006" y="33057"/>
                  <a:pt x="17847" y="33057"/>
                </a:cubicBezTo>
                <a:lnTo>
                  <a:pt x="26753" y="33057"/>
                </a:lnTo>
                <a:lnTo>
                  <a:pt x="26753" y="0"/>
                </a:lnTo>
                <a:close/>
              </a:path>
            </a:pathLst>
          </a:custGeom>
          <a:solidFill>
            <a:srgbClr val="0000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1"/>
          <p:cNvSpPr/>
          <p:nvPr/>
        </p:nvSpPr>
        <p:spPr>
          <a:xfrm rot="-5400000" flipH="1">
            <a:off x="-1080971" y="2175372"/>
            <a:ext cx="3816531" cy="792786"/>
          </a:xfrm>
          <a:custGeom>
            <a:avLst/>
            <a:gdLst/>
            <a:ahLst/>
            <a:cxnLst/>
            <a:rect l="l" t="t" r="r" b="b"/>
            <a:pathLst>
              <a:path w="77556" h="10809" extrusionOk="0">
                <a:moveTo>
                  <a:pt x="20815" y="0"/>
                </a:moveTo>
                <a:cubicBezTo>
                  <a:pt x="12209" y="0"/>
                  <a:pt x="4603" y="4270"/>
                  <a:pt x="0" y="10808"/>
                </a:cubicBezTo>
                <a:lnTo>
                  <a:pt x="77555" y="10808"/>
                </a:lnTo>
                <a:lnTo>
                  <a:pt x="77555" y="0"/>
                </a:lnTo>
                <a:close/>
              </a:path>
            </a:pathLst>
          </a:custGeom>
          <a:solidFill>
            <a:srgbClr val="CCE6E1">
              <a:alpha val="350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1"/>
          <p:cNvSpPr/>
          <p:nvPr/>
        </p:nvSpPr>
        <p:spPr>
          <a:xfrm rot="10800000">
            <a:off x="-4" y="3919147"/>
            <a:ext cx="882330" cy="1224352"/>
          </a:xfrm>
          <a:custGeom>
            <a:avLst/>
            <a:gdLst/>
            <a:ahLst/>
            <a:cxnLst/>
            <a:rect l="l" t="t" r="r" b="b"/>
            <a:pathLst>
              <a:path w="28421" h="38396" extrusionOk="0">
                <a:moveTo>
                  <a:pt x="1" y="1"/>
                </a:moveTo>
                <a:lnTo>
                  <a:pt x="28421" y="1"/>
                </a:lnTo>
                <a:lnTo>
                  <a:pt x="28421" y="38395"/>
                </a:lnTo>
                <a:lnTo>
                  <a:pt x="28421" y="38395"/>
                </a:lnTo>
                <a:cubicBezTo>
                  <a:pt x="12743" y="38395"/>
                  <a:pt x="1" y="25686"/>
                  <a:pt x="1" y="10008"/>
                </a:cubicBezTo>
                <a:lnTo>
                  <a:pt x="1" y="1"/>
                </a:lnTo>
                <a:close/>
              </a:path>
            </a:pathLst>
          </a:custGeom>
          <a:solidFill>
            <a:srgbClr val="0050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1"/>
          <p:cNvSpPr>
            <a:spLocks noGrp="1"/>
          </p:cNvSpPr>
          <p:nvPr>
            <p:ph type="pic" idx="2"/>
          </p:nvPr>
        </p:nvSpPr>
        <p:spPr>
          <a:xfrm>
            <a:off x="5396400" y="540000"/>
            <a:ext cx="3236400" cy="4068000"/>
          </a:xfrm>
          <a:prstGeom prst="rect">
            <a:avLst/>
          </a:prstGeom>
          <a:noFill/>
          <a:ln>
            <a:noFill/>
          </a:ln>
        </p:spPr>
      </p:sp>
      <p:sp>
        <p:nvSpPr>
          <p:cNvPr id="114" name="Google Shape;114;p11"/>
          <p:cNvSpPr txBox="1">
            <a:spLocks noGrp="1"/>
          </p:cNvSpPr>
          <p:nvPr>
            <p:ph type="ctrTitle"/>
          </p:nvPr>
        </p:nvSpPr>
        <p:spPr>
          <a:xfrm>
            <a:off x="885600" y="1854000"/>
            <a:ext cx="3996000" cy="680400"/>
          </a:xfrm>
          <a:prstGeom prst="rect">
            <a:avLst/>
          </a:prstGeom>
        </p:spPr>
        <p:txBody>
          <a:bodyPr spcFirstLastPara="1" wrap="square" lIns="91425" tIns="91425" rIns="91425" bIns="91425" anchor="ctr" anchorCtr="0">
            <a:norm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a:endParaRPr/>
          </a:p>
        </p:txBody>
      </p:sp>
      <p:sp>
        <p:nvSpPr>
          <p:cNvPr id="115" name="Google Shape;115;p11"/>
          <p:cNvSpPr txBox="1">
            <a:spLocks noGrp="1"/>
          </p:cNvSpPr>
          <p:nvPr>
            <p:ph type="body" idx="1"/>
          </p:nvPr>
        </p:nvSpPr>
        <p:spPr>
          <a:xfrm>
            <a:off x="885600" y="2534400"/>
            <a:ext cx="3996000" cy="1015200"/>
          </a:xfrm>
          <a:prstGeom prst="rect">
            <a:avLst/>
          </a:prstGeom>
        </p:spPr>
        <p:txBody>
          <a:bodyPr spcFirstLastPara="1" wrap="square" lIns="91425" tIns="91425" rIns="91425" bIns="91425" anchor="ctr" anchorCtr="0">
            <a:normAutofit/>
          </a:bodyPr>
          <a:lstStyle>
            <a:lvl1pPr marL="457200" lvl="0" indent="-342900" rtl="0">
              <a:lnSpc>
                <a:spcPct val="115000"/>
              </a:lnSpc>
              <a:spcBef>
                <a:spcPts val="0"/>
              </a:spcBef>
              <a:spcAft>
                <a:spcPts val="0"/>
              </a:spcAft>
              <a:buClr>
                <a:schemeClr val="dk1"/>
              </a:buClr>
              <a:buSzPts val="1800"/>
              <a:buFont typeface="Merriweather Sans Light"/>
              <a:buChar char="●"/>
              <a:defRPr sz="1800">
                <a:solidFill>
                  <a:schemeClr val="dk1"/>
                </a:solidFill>
                <a:latin typeface="Merriweather Sans Light"/>
                <a:ea typeface="Merriweather Sans Light"/>
                <a:cs typeface="Merriweather Sans Light"/>
                <a:sym typeface="Merriweather Sans Light"/>
              </a:defRPr>
            </a:lvl1pPr>
            <a:lvl2pPr marL="914400" lvl="1"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2pPr>
            <a:lvl3pPr marL="1371600" lvl="2"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3pPr>
            <a:lvl4pPr marL="1828800" lvl="3"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4pPr>
            <a:lvl5pPr marL="2286000" lvl="4"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5pPr>
            <a:lvl6pPr marL="2743200" lvl="5"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6pPr>
            <a:lvl7pPr marL="3200400" lvl="6"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7pPr>
            <a:lvl8pPr marL="3657600" lvl="7"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8pPr>
            <a:lvl9pPr marL="4114800" lvl="8" indent="-317500" rtl="0">
              <a:lnSpc>
                <a:spcPct val="115000"/>
              </a:lnSpc>
              <a:spcBef>
                <a:spcPts val="0"/>
              </a:spcBef>
              <a:spcAft>
                <a:spcPts val="0"/>
              </a:spcAft>
              <a:buClr>
                <a:schemeClr val="dk1"/>
              </a:buClr>
              <a:buSzPts val="1400"/>
              <a:buFont typeface="Merriweather Sans Light"/>
              <a:buChar char="■"/>
              <a:defRPr>
                <a:solidFill>
                  <a:schemeClr val="dk1"/>
                </a:solidFill>
                <a:latin typeface="Merriweather Sans Light"/>
                <a:ea typeface="Merriweather Sans Light"/>
                <a:cs typeface="Merriweather Sans Light"/>
                <a:sym typeface="Merriweather Sans Light"/>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Merriweather"/>
              <a:buNone/>
              <a:defRPr sz="2800">
                <a:solidFill>
                  <a:schemeClr val="dk1"/>
                </a:solidFill>
                <a:latin typeface="Merriweather"/>
                <a:ea typeface="Merriweather"/>
                <a:cs typeface="Merriweather"/>
                <a:sym typeface="Merriweather"/>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Merriweather Sans Light"/>
              <a:buChar char="●"/>
              <a:defRPr sz="1800">
                <a:solidFill>
                  <a:schemeClr val="dk2"/>
                </a:solidFill>
                <a:latin typeface="Merriweather Sans Light"/>
                <a:ea typeface="Merriweather Sans Light"/>
                <a:cs typeface="Merriweather Sans Light"/>
                <a:sym typeface="Merriweather Sans Light"/>
              </a:defRPr>
            </a:lvl1pPr>
            <a:lvl2pPr marL="914400" lvl="1" indent="-317500">
              <a:lnSpc>
                <a:spcPct val="115000"/>
              </a:lnSpc>
              <a:spcBef>
                <a:spcPts val="0"/>
              </a:spcBef>
              <a:spcAft>
                <a:spcPts val="0"/>
              </a:spcAft>
              <a:buClr>
                <a:schemeClr val="dk2"/>
              </a:buClr>
              <a:buSzPts val="1400"/>
              <a:buFont typeface="Merriweather Sans Light"/>
              <a:buChar char="○"/>
              <a:defRPr>
                <a:solidFill>
                  <a:schemeClr val="dk2"/>
                </a:solidFill>
                <a:latin typeface="Merriweather Sans Light"/>
                <a:ea typeface="Merriweather Sans Light"/>
                <a:cs typeface="Merriweather Sans Light"/>
                <a:sym typeface="Merriweather Sans Light"/>
              </a:defRPr>
            </a:lvl2pPr>
            <a:lvl3pPr marL="1371600" lvl="2" indent="-317500">
              <a:lnSpc>
                <a:spcPct val="115000"/>
              </a:lnSpc>
              <a:spcBef>
                <a:spcPts val="0"/>
              </a:spcBef>
              <a:spcAft>
                <a:spcPts val="0"/>
              </a:spcAft>
              <a:buClr>
                <a:schemeClr val="dk2"/>
              </a:buClr>
              <a:buSzPts val="1400"/>
              <a:buFont typeface="Merriweather Sans Light"/>
              <a:buChar char="■"/>
              <a:defRPr>
                <a:solidFill>
                  <a:schemeClr val="dk2"/>
                </a:solidFill>
                <a:latin typeface="Merriweather Sans Light"/>
                <a:ea typeface="Merriweather Sans Light"/>
                <a:cs typeface="Merriweather Sans Light"/>
                <a:sym typeface="Merriweather Sans Light"/>
              </a:defRPr>
            </a:lvl3pPr>
            <a:lvl4pPr marL="1828800" lvl="3" indent="-317500">
              <a:lnSpc>
                <a:spcPct val="115000"/>
              </a:lnSpc>
              <a:spcBef>
                <a:spcPts val="0"/>
              </a:spcBef>
              <a:spcAft>
                <a:spcPts val="0"/>
              </a:spcAft>
              <a:buClr>
                <a:schemeClr val="dk2"/>
              </a:buClr>
              <a:buSzPts val="1400"/>
              <a:buFont typeface="Merriweather Sans Light"/>
              <a:buChar char="●"/>
              <a:defRPr>
                <a:solidFill>
                  <a:schemeClr val="dk2"/>
                </a:solidFill>
                <a:latin typeface="Merriweather Sans Light"/>
                <a:ea typeface="Merriweather Sans Light"/>
                <a:cs typeface="Merriweather Sans Light"/>
                <a:sym typeface="Merriweather Sans Light"/>
              </a:defRPr>
            </a:lvl4pPr>
            <a:lvl5pPr marL="2286000" lvl="4" indent="-317500">
              <a:lnSpc>
                <a:spcPct val="115000"/>
              </a:lnSpc>
              <a:spcBef>
                <a:spcPts val="0"/>
              </a:spcBef>
              <a:spcAft>
                <a:spcPts val="0"/>
              </a:spcAft>
              <a:buClr>
                <a:schemeClr val="dk2"/>
              </a:buClr>
              <a:buSzPts val="1400"/>
              <a:buFont typeface="Merriweather Sans Light"/>
              <a:buChar char="○"/>
              <a:defRPr>
                <a:solidFill>
                  <a:schemeClr val="dk2"/>
                </a:solidFill>
                <a:latin typeface="Merriweather Sans Light"/>
                <a:ea typeface="Merriweather Sans Light"/>
                <a:cs typeface="Merriweather Sans Light"/>
                <a:sym typeface="Merriweather Sans Light"/>
              </a:defRPr>
            </a:lvl5pPr>
            <a:lvl6pPr marL="2743200" lvl="5" indent="-317500">
              <a:lnSpc>
                <a:spcPct val="115000"/>
              </a:lnSpc>
              <a:spcBef>
                <a:spcPts val="0"/>
              </a:spcBef>
              <a:spcAft>
                <a:spcPts val="0"/>
              </a:spcAft>
              <a:buClr>
                <a:schemeClr val="dk2"/>
              </a:buClr>
              <a:buSzPts val="1400"/>
              <a:buFont typeface="Merriweather Sans Light"/>
              <a:buChar char="■"/>
              <a:defRPr>
                <a:solidFill>
                  <a:schemeClr val="dk2"/>
                </a:solidFill>
                <a:latin typeface="Merriweather Sans Light"/>
                <a:ea typeface="Merriweather Sans Light"/>
                <a:cs typeface="Merriweather Sans Light"/>
                <a:sym typeface="Merriweather Sans Light"/>
              </a:defRPr>
            </a:lvl6pPr>
            <a:lvl7pPr marL="3200400" lvl="6" indent="-317500">
              <a:lnSpc>
                <a:spcPct val="115000"/>
              </a:lnSpc>
              <a:spcBef>
                <a:spcPts val="0"/>
              </a:spcBef>
              <a:spcAft>
                <a:spcPts val="0"/>
              </a:spcAft>
              <a:buClr>
                <a:schemeClr val="dk2"/>
              </a:buClr>
              <a:buSzPts val="1400"/>
              <a:buFont typeface="Merriweather Sans Light"/>
              <a:buChar char="●"/>
              <a:defRPr>
                <a:solidFill>
                  <a:schemeClr val="dk2"/>
                </a:solidFill>
                <a:latin typeface="Merriweather Sans Light"/>
                <a:ea typeface="Merriweather Sans Light"/>
                <a:cs typeface="Merriweather Sans Light"/>
                <a:sym typeface="Merriweather Sans Light"/>
              </a:defRPr>
            </a:lvl7pPr>
            <a:lvl8pPr marL="3657600" lvl="7" indent="-317500">
              <a:lnSpc>
                <a:spcPct val="115000"/>
              </a:lnSpc>
              <a:spcBef>
                <a:spcPts val="0"/>
              </a:spcBef>
              <a:spcAft>
                <a:spcPts val="0"/>
              </a:spcAft>
              <a:buClr>
                <a:schemeClr val="dk2"/>
              </a:buClr>
              <a:buSzPts val="1400"/>
              <a:buFont typeface="Merriweather Sans Light"/>
              <a:buChar char="○"/>
              <a:defRPr>
                <a:solidFill>
                  <a:schemeClr val="dk2"/>
                </a:solidFill>
                <a:latin typeface="Merriweather Sans Light"/>
                <a:ea typeface="Merriweather Sans Light"/>
                <a:cs typeface="Merriweather Sans Light"/>
                <a:sym typeface="Merriweather Sans Light"/>
              </a:defRPr>
            </a:lvl8pPr>
            <a:lvl9pPr marL="4114800" lvl="8" indent="-317500">
              <a:lnSpc>
                <a:spcPct val="115000"/>
              </a:lnSpc>
              <a:spcBef>
                <a:spcPts val="0"/>
              </a:spcBef>
              <a:spcAft>
                <a:spcPts val="0"/>
              </a:spcAft>
              <a:buClr>
                <a:schemeClr val="dk2"/>
              </a:buClr>
              <a:buSzPts val="1400"/>
              <a:buFont typeface="Merriweather Sans Light"/>
              <a:buChar char="■"/>
              <a:defRPr>
                <a:solidFill>
                  <a:schemeClr val="dk2"/>
                </a:solidFill>
                <a:latin typeface="Merriweather Sans Light"/>
                <a:ea typeface="Merriweather Sans Light"/>
                <a:cs typeface="Merriweather Sans Light"/>
                <a:sym typeface="Merriweather Sans Light"/>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4" r:id="rId6"/>
    <p:sldLayoutId id="2147483655" r:id="rId7"/>
    <p:sldLayoutId id="2147483656" r:id="rId8"/>
    <p:sldLayoutId id="2147483657"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pic>
        <p:nvPicPr>
          <p:cNvPr id="147" name="Google Shape;147;p14"/>
          <p:cNvPicPr preferRelativeResize="0">
            <a:picLocks noGrp="1"/>
          </p:cNvPicPr>
          <p:nvPr>
            <p:ph type="pic" idx="2"/>
          </p:nvPr>
        </p:nvPicPr>
        <p:blipFill rotWithShape="1">
          <a:blip r:embed="rId3">
            <a:alphaModFix/>
          </a:blip>
          <a:srcRect l="16663" r="46256"/>
          <a:stretch/>
        </p:blipFill>
        <p:spPr>
          <a:xfrm>
            <a:off x="6282000" y="0"/>
            <a:ext cx="2861998" cy="5144398"/>
          </a:xfrm>
          <a:prstGeom prst="rect">
            <a:avLst/>
          </a:prstGeom>
        </p:spPr>
      </p:pic>
      <p:sp>
        <p:nvSpPr>
          <p:cNvPr id="148" name="Google Shape;148;p14"/>
          <p:cNvSpPr txBox="1"/>
          <p:nvPr/>
        </p:nvSpPr>
        <p:spPr>
          <a:xfrm>
            <a:off x="162691" y="1408494"/>
            <a:ext cx="4956196" cy="2144970"/>
          </a:xfrm>
          <a:prstGeom prst="rect">
            <a:avLst/>
          </a:prstGeom>
          <a:noFill/>
          <a:ln>
            <a:noFill/>
          </a:ln>
        </p:spPr>
        <p:txBody>
          <a:bodyPr spcFirstLastPara="1" wrap="square" lIns="91425" tIns="91425" rIns="91425" bIns="91425" anchor="ctr" anchorCtr="0">
            <a:noAutofit/>
          </a:bodyPr>
          <a:lstStyle/>
          <a:p>
            <a:pPr lvl="0" algn="ctr" eaLnBrk="0" fontAlgn="base" hangingPunct="0">
              <a:spcBef>
                <a:spcPct val="0"/>
              </a:spcBef>
              <a:spcAft>
                <a:spcPct val="0"/>
              </a:spcAft>
              <a:buClrTx/>
            </a:pPr>
            <a:r>
              <a:rPr lang="en-US" altLang="en-US" sz="3200" err="1">
                <a:solidFill>
                  <a:srgbClr val="156082"/>
                </a:solidFill>
                <a:latin typeface="Aptos Black" charset="0"/>
                <a:ea typeface="Times New Roman" panose="02020603050405020304" pitchFamily="18" charset="0"/>
                <a:cs typeface="Times New Roman" panose="02020603050405020304" pitchFamily="18" charset="0"/>
              </a:rPr>
              <a:t>Thi</a:t>
            </a:r>
            <a:r>
              <a:rPr lang="en-US" altLang="en-US" sz="3200" err="1">
                <a:solidFill>
                  <a:srgbClr val="156082"/>
                </a:solidFill>
                <a:latin typeface="Aptos Black" charset="0"/>
                <a:ea typeface="Times New Roman" panose="02020603050405020304" pitchFamily="18" charset="0"/>
                <a:cs typeface="Calibri" panose="020F0502020204030204" pitchFamily="34" charset="0"/>
              </a:rPr>
              <a:t>ế</a:t>
            </a:r>
            <a:r>
              <a:rPr lang="en-US" altLang="en-US" sz="3200" err="1">
                <a:solidFill>
                  <a:srgbClr val="156082"/>
                </a:solidFill>
                <a:latin typeface="Aptos Black" charset="0"/>
                <a:ea typeface="Times New Roman" panose="02020603050405020304" pitchFamily="18" charset="0"/>
                <a:cs typeface="Times New Roman" panose="02020603050405020304" pitchFamily="18" charset="0"/>
              </a:rPr>
              <a:t>t</a:t>
            </a:r>
            <a:r>
              <a:rPr lang="vi-VN" altLang="en-US" sz="3200">
                <a:solidFill>
                  <a:srgbClr val="156082"/>
                </a:solidFill>
                <a:latin typeface="Aptos Black" charset="0"/>
                <a:ea typeface="Times New Roman" panose="02020603050405020304" pitchFamily="18" charset="0"/>
                <a:cs typeface="Times New Roman" panose="02020603050405020304" pitchFamily="18" charset="0"/>
              </a:rPr>
              <a:t> k</a:t>
            </a:r>
            <a:r>
              <a:rPr lang="vi-VN" altLang="en-US" sz="3200">
                <a:solidFill>
                  <a:srgbClr val="156082"/>
                </a:solidFill>
                <a:latin typeface="Aptos Black" charset="0"/>
                <a:ea typeface="Times New Roman" panose="02020603050405020304" pitchFamily="18" charset="0"/>
                <a:cs typeface="Calibri" panose="020F0502020204030204" pitchFamily="34" charset="0"/>
              </a:rPr>
              <a:t>ế</a:t>
            </a:r>
            <a:r>
              <a:rPr lang="vi-VN" altLang="en-US" sz="3200">
                <a:solidFill>
                  <a:srgbClr val="156082"/>
                </a:solidFill>
                <a:latin typeface="Aptos Black" charset="0"/>
                <a:ea typeface="Times New Roman" panose="02020603050405020304" pitchFamily="18" charset="0"/>
                <a:cs typeface="Times New Roman" panose="02020603050405020304" pitchFamily="18" charset="0"/>
              </a:rPr>
              <a:t> b</a:t>
            </a:r>
            <a:r>
              <a:rPr lang="vi-VN" altLang="en-US" sz="3200">
                <a:solidFill>
                  <a:srgbClr val="156082"/>
                </a:solidFill>
                <a:latin typeface="Aptos Black" charset="0"/>
                <a:ea typeface="Times New Roman" panose="02020603050405020304" pitchFamily="18" charset="0"/>
                <a:cs typeface="Calibri" panose="020F0502020204030204" pitchFamily="34" charset="0"/>
              </a:rPr>
              <a:t>ộ</a:t>
            </a:r>
            <a:r>
              <a:rPr lang="vi-VN" altLang="en-US" sz="3200">
                <a:solidFill>
                  <a:srgbClr val="156082"/>
                </a:solidFill>
                <a:latin typeface="Aptos Black" charset="0"/>
                <a:ea typeface="Times New Roman" panose="02020603050405020304" pitchFamily="18" charset="0"/>
                <a:cs typeface="Times New Roman" panose="02020603050405020304" pitchFamily="18" charset="0"/>
              </a:rPr>
              <a:t> l</a:t>
            </a:r>
            <a:r>
              <a:rPr lang="vi-VN" altLang="en-US" sz="3200">
                <a:solidFill>
                  <a:srgbClr val="156082"/>
                </a:solidFill>
                <a:latin typeface="Aptos Black" charset="0"/>
                <a:ea typeface="Times New Roman" panose="02020603050405020304" pitchFamily="18" charset="0"/>
                <a:cs typeface="Calibri" panose="020F0502020204030204" pitchFamily="34" charset="0"/>
              </a:rPr>
              <a:t>ọ</a:t>
            </a:r>
            <a:r>
              <a:rPr lang="vi-VN" altLang="en-US" sz="3200">
                <a:solidFill>
                  <a:srgbClr val="156082"/>
                </a:solidFill>
                <a:latin typeface="Aptos Black" charset="0"/>
                <a:ea typeface="Times New Roman" panose="02020603050405020304" pitchFamily="18" charset="0"/>
                <a:cs typeface="Times New Roman" panose="02020603050405020304" pitchFamily="18" charset="0"/>
              </a:rPr>
              <a:t>c FIR thông th</a:t>
            </a:r>
            <a:r>
              <a:rPr lang="vi-VN" altLang="en-US" sz="3200">
                <a:solidFill>
                  <a:srgbClr val="156082"/>
                </a:solidFill>
                <a:latin typeface="Aptos Black" charset="0"/>
                <a:ea typeface="Times New Roman" panose="02020603050405020304" pitchFamily="18" charset="0"/>
                <a:cs typeface="Calibri" panose="020F0502020204030204" pitchFamily="34" charset="0"/>
              </a:rPr>
              <a:t>ấ</a:t>
            </a:r>
            <a:r>
              <a:rPr lang="vi-VN" altLang="en-US" sz="3200">
                <a:solidFill>
                  <a:srgbClr val="156082"/>
                </a:solidFill>
                <a:latin typeface="Aptos Black" charset="0"/>
                <a:ea typeface="Times New Roman" panose="02020603050405020304" pitchFamily="18" charset="0"/>
                <a:cs typeface="Times New Roman" panose="02020603050405020304" pitchFamily="18" charset="0"/>
              </a:rPr>
              <a:t>p </a:t>
            </a:r>
            <a:r>
              <a:rPr lang="vi-VN" altLang="en-US" sz="3200">
                <a:solidFill>
                  <a:srgbClr val="156082"/>
                </a:solidFill>
                <a:latin typeface="Aptos Black" charset="0"/>
                <a:ea typeface="Times New Roman" panose="02020603050405020304" pitchFamily="18" charset="0"/>
                <a:cs typeface="Calibri" panose="020F0502020204030204" pitchFamily="34" charset="0"/>
              </a:rPr>
              <a:t>để</a:t>
            </a:r>
            <a:r>
              <a:rPr lang="vi-VN" altLang="en-US" sz="3200">
                <a:solidFill>
                  <a:srgbClr val="156082"/>
                </a:solidFill>
                <a:latin typeface="Aptos Black" charset="0"/>
                <a:ea typeface="Times New Roman" panose="02020603050405020304" pitchFamily="18" charset="0"/>
                <a:cs typeface="Times New Roman" panose="02020603050405020304" pitchFamily="18" charset="0"/>
              </a:rPr>
              <a:t> l</a:t>
            </a:r>
            <a:r>
              <a:rPr lang="vi-VN" altLang="en-US" sz="3200">
                <a:solidFill>
                  <a:srgbClr val="156082"/>
                </a:solidFill>
                <a:latin typeface="Aptos Black" charset="0"/>
                <a:ea typeface="Times New Roman" panose="02020603050405020304" pitchFamily="18" charset="0"/>
                <a:cs typeface="Calibri" panose="020F0502020204030204" pitchFamily="34" charset="0"/>
              </a:rPr>
              <a:t>ọ</a:t>
            </a:r>
            <a:r>
              <a:rPr lang="vi-VN" altLang="en-US" sz="3200">
                <a:solidFill>
                  <a:srgbClr val="156082"/>
                </a:solidFill>
                <a:latin typeface="Aptos Black" charset="0"/>
                <a:ea typeface="Times New Roman" panose="02020603050405020304" pitchFamily="18" charset="0"/>
                <a:cs typeface="Times New Roman" panose="02020603050405020304" pitchFamily="18" charset="0"/>
              </a:rPr>
              <a:t>c nhi</a:t>
            </a:r>
            <a:r>
              <a:rPr lang="vi-VN" altLang="en-US" sz="3200">
                <a:solidFill>
                  <a:srgbClr val="156082"/>
                </a:solidFill>
                <a:latin typeface="Aptos Black" charset="0"/>
                <a:ea typeface="Times New Roman" panose="02020603050405020304" pitchFamily="18" charset="0"/>
                <a:cs typeface="Calibri" panose="020F0502020204030204" pitchFamily="34" charset="0"/>
              </a:rPr>
              <a:t>ễ</a:t>
            </a:r>
            <a:r>
              <a:rPr lang="vi-VN" altLang="en-US" sz="3200">
                <a:solidFill>
                  <a:srgbClr val="156082"/>
                </a:solidFill>
                <a:latin typeface="Aptos Black" charset="0"/>
                <a:ea typeface="Times New Roman" panose="02020603050405020304" pitchFamily="18" charset="0"/>
                <a:cs typeface="Times New Roman" panose="02020603050405020304" pitchFamily="18" charset="0"/>
              </a:rPr>
              <a:t>u t</a:t>
            </a:r>
            <a:r>
              <a:rPr lang="vi-VN" altLang="en-US" sz="3200">
                <a:solidFill>
                  <a:srgbClr val="156082"/>
                </a:solidFill>
                <a:latin typeface="Arial" panose="020B0604020202020204" pitchFamily="34" charset="0"/>
                <a:ea typeface="Times New Roman" panose="02020603050405020304" pitchFamily="18" charset="0"/>
                <a:cs typeface="Times New Roman" panose="02020603050405020304" pitchFamily="18" charset="0"/>
              </a:rPr>
              <a:t>í</a:t>
            </a:r>
            <a:r>
              <a:rPr lang="vi-VN" altLang="en-US" sz="3200">
                <a:solidFill>
                  <a:srgbClr val="156082"/>
                </a:solidFill>
                <a:latin typeface="Aptos Black" charset="0"/>
                <a:ea typeface="Times New Roman" panose="02020603050405020304" pitchFamily="18" charset="0"/>
                <a:cs typeface="Times New Roman" panose="02020603050405020304" pitchFamily="18" charset="0"/>
              </a:rPr>
              <a:t>n hi</a:t>
            </a:r>
            <a:r>
              <a:rPr lang="vi-VN" altLang="en-US" sz="3200">
                <a:solidFill>
                  <a:srgbClr val="156082"/>
                </a:solidFill>
                <a:latin typeface="Aptos Black" charset="0"/>
                <a:ea typeface="Times New Roman" panose="02020603050405020304" pitchFamily="18" charset="0"/>
                <a:cs typeface="Calibri" panose="020F0502020204030204" pitchFamily="34" charset="0"/>
              </a:rPr>
              <a:t>ệ</a:t>
            </a:r>
            <a:r>
              <a:rPr lang="vi-VN" altLang="en-US" sz="3200">
                <a:solidFill>
                  <a:srgbClr val="156082"/>
                </a:solidFill>
                <a:latin typeface="Aptos Black" charset="0"/>
                <a:ea typeface="Times New Roman" panose="02020603050405020304" pitchFamily="18" charset="0"/>
                <a:cs typeface="Times New Roman" panose="02020603050405020304" pitchFamily="18" charset="0"/>
              </a:rPr>
              <a:t>u âm thanh</a:t>
            </a:r>
            <a:endParaRPr lang="vi-VN" altLang="en-US" sz="2000">
              <a:solidFill>
                <a:schemeClr val="tx1"/>
              </a:solidFill>
              <a:latin typeface="Arial" panose="020B0604020202020204" pitchFamily="34" charset="0"/>
            </a:endParaRPr>
          </a:p>
        </p:txBody>
      </p:sp>
      <p:sp>
        <p:nvSpPr>
          <p:cNvPr id="3" name="TextBox 2"/>
          <p:cNvSpPr txBox="1"/>
          <p:nvPr/>
        </p:nvSpPr>
        <p:spPr>
          <a:xfrm>
            <a:off x="1232451" y="1039162"/>
            <a:ext cx="2723323" cy="369332"/>
          </a:xfrm>
          <a:prstGeom prst="rect">
            <a:avLst/>
          </a:prstGeom>
          <a:noFill/>
        </p:spPr>
        <p:txBody>
          <a:bodyPr wrap="square" rtlCol="0">
            <a:spAutoFit/>
          </a:bodyPr>
          <a:lstStyle/>
          <a:p>
            <a:pPr algn="ctr"/>
            <a:r>
              <a:rPr lang="vi-VN" sz="1800" b="1">
                <a:ln>
                  <a:solidFill>
                    <a:schemeClr val="accent5">
                      <a:lumMod val="50000"/>
                    </a:schemeClr>
                  </a:solidFill>
                </a:ln>
                <a:solidFill>
                  <a:schemeClr val="accent5">
                    <a:lumMod val="50000"/>
                  </a:schemeClr>
                </a:solidFill>
                <a:effectLst>
                  <a:innerShdw blurRad="63500" dist="50800" dir="13500000">
                    <a:prstClr val="black">
                      <a:alpha val="50000"/>
                    </a:prstClr>
                  </a:innerShdw>
                </a:effectLst>
              </a:rPr>
              <a:t>Nhóm 4 : Gaussian </a:t>
            </a:r>
            <a:endParaRPr lang="en-US" sz="1800" b="1">
              <a:ln>
                <a:solidFill>
                  <a:schemeClr val="accent5">
                    <a:lumMod val="50000"/>
                  </a:schemeClr>
                </a:solidFill>
              </a:ln>
              <a:solidFill>
                <a:schemeClr val="accent5">
                  <a:lumMod val="50000"/>
                </a:schemeClr>
              </a:solidFill>
              <a:effectLst>
                <a:innerShdw blurRad="63500" dist="50800" dir="13500000">
                  <a:prstClr val="black">
                    <a:alpha val="50000"/>
                  </a:prstClr>
                </a:innerShdw>
              </a:effectLst>
            </a:endParaRPr>
          </a:p>
        </p:txBody>
      </p:sp>
      <p:sp>
        <p:nvSpPr>
          <p:cNvPr id="5" name="TextBox 4"/>
          <p:cNvSpPr txBox="1"/>
          <p:nvPr/>
        </p:nvSpPr>
        <p:spPr>
          <a:xfrm>
            <a:off x="251792" y="3491948"/>
            <a:ext cx="1981200" cy="1169551"/>
          </a:xfrm>
          <a:prstGeom prst="rect">
            <a:avLst/>
          </a:prstGeom>
          <a:noFill/>
        </p:spPr>
        <p:txBody>
          <a:bodyPr wrap="square" rtlCol="0">
            <a:spAutoFit/>
          </a:bodyPr>
          <a:lstStyle/>
          <a:p>
            <a:r>
              <a:rPr lang="vi-VN">
                <a:latin typeface="Bahnschrift SemiBold" panose="020B0502040204020203" pitchFamily="34" charset="0"/>
              </a:rPr>
              <a:t>Thành viên :</a:t>
            </a:r>
          </a:p>
          <a:p>
            <a:r>
              <a:rPr lang="vi-VN">
                <a:latin typeface="Bahnschrift SemiBold" panose="020B0502040204020203" pitchFamily="34" charset="0"/>
              </a:rPr>
              <a:t>Nguyễn Minh Anh</a:t>
            </a:r>
          </a:p>
          <a:p>
            <a:r>
              <a:rPr lang="vi-VN">
                <a:latin typeface="Bahnschrift SemiBold" panose="020B0502040204020203" pitchFamily="34" charset="0"/>
              </a:rPr>
              <a:t>Trần Khánh Hiệp</a:t>
            </a:r>
          </a:p>
          <a:p>
            <a:r>
              <a:rPr lang="vi-VN">
                <a:latin typeface="Bahnschrift SemiBold" panose="020B0502040204020203" pitchFamily="34" charset="0"/>
              </a:rPr>
              <a:t>Nguyễn Trung Hiếu </a:t>
            </a:r>
          </a:p>
          <a:p>
            <a:r>
              <a:rPr lang="vi-VN">
                <a:latin typeface="Bahnschrift SemiBold" panose="020B0502040204020203" pitchFamily="34" charset="0"/>
              </a:rPr>
              <a:t>Võ Minh Huy </a:t>
            </a:r>
            <a:endParaRPr lang="en-US">
              <a:latin typeface="Bahnschrift SemiBold" panose="020B0502040204020203" pitchFamily="34" charset="0"/>
            </a:endParaRPr>
          </a:p>
        </p:txBody>
      </p:sp>
      <p:sp>
        <p:nvSpPr>
          <p:cNvPr id="6" name="TextBox 5"/>
          <p:cNvSpPr txBox="1"/>
          <p:nvPr/>
        </p:nvSpPr>
        <p:spPr>
          <a:xfrm>
            <a:off x="2703913" y="3491947"/>
            <a:ext cx="1855305" cy="1169551"/>
          </a:xfrm>
          <a:prstGeom prst="rect">
            <a:avLst/>
          </a:prstGeom>
          <a:noFill/>
        </p:spPr>
        <p:txBody>
          <a:bodyPr wrap="square" rtlCol="0">
            <a:spAutoFit/>
          </a:bodyPr>
          <a:lstStyle/>
          <a:p>
            <a:r>
              <a:rPr lang="vi-VN">
                <a:latin typeface="Bahnschrift SemiBold" panose="020B0502040204020203" pitchFamily="34" charset="0"/>
              </a:rPr>
              <a:t>MSSV :</a:t>
            </a:r>
          </a:p>
          <a:p>
            <a:r>
              <a:rPr lang="vi-VN">
                <a:latin typeface="Bahnschrift SemiBold" panose="020B0502040204020203" pitchFamily="34" charset="0"/>
              </a:rPr>
              <a:t>22207004</a:t>
            </a:r>
          </a:p>
          <a:p>
            <a:r>
              <a:rPr lang="vi-VN">
                <a:latin typeface="Bahnschrift SemiBold" panose="020B0502040204020203" pitchFamily="34" charset="0"/>
              </a:rPr>
              <a:t>22207025</a:t>
            </a:r>
          </a:p>
          <a:p>
            <a:r>
              <a:rPr lang="vi-VN">
                <a:latin typeface="Bahnschrift SemiBold" panose="020B0502040204020203" pitchFamily="34" charset="0"/>
              </a:rPr>
              <a:t>22207027</a:t>
            </a:r>
          </a:p>
          <a:p>
            <a:r>
              <a:rPr lang="vi-VN">
                <a:latin typeface="Bahnschrift SemiBold" panose="020B0502040204020203" pitchFamily="34" charset="0"/>
              </a:rPr>
              <a:t>22207042</a:t>
            </a:r>
            <a:endParaRPr lang="en-US">
              <a:latin typeface="Bahnschrift SemiBold" panose="020B0502040204020203" pitchFamily="34" charset="0"/>
            </a:endParaRPr>
          </a:p>
        </p:txBody>
      </p:sp>
      <p:sp>
        <p:nvSpPr>
          <p:cNvPr id="2" name="TextBox 1">
            <a:extLst>
              <a:ext uri="{FF2B5EF4-FFF2-40B4-BE49-F238E27FC236}">
                <a16:creationId xmlns:a16="http://schemas.microsoft.com/office/drawing/2014/main" id="{50E2462C-CF71-89CB-06A4-F6739A76E33E}"/>
              </a:ext>
            </a:extLst>
          </p:cNvPr>
          <p:cNvSpPr txBox="1"/>
          <p:nvPr/>
        </p:nvSpPr>
        <p:spPr>
          <a:xfrm>
            <a:off x="162691" y="208156"/>
            <a:ext cx="305660" cy="461665"/>
          </a:xfrm>
          <a:prstGeom prst="rect">
            <a:avLst/>
          </a:prstGeom>
          <a:noFill/>
        </p:spPr>
        <p:txBody>
          <a:bodyPr wrap="square" rtlCol="0">
            <a:spAutoFit/>
          </a:bodyPr>
          <a:lstStyle/>
          <a:p>
            <a:r>
              <a:rPr lang="vi-VN" sz="1200"/>
              <a:t>1</a:t>
            </a:r>
          </a:p>
          <a:p>
            <a:endParaRPr lang="vi-VN" sz="1200"/>
          </a:p>
        </p:txBody>
      </p:sp>
    </p:spTree>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48">
                                            <p:txEl>
                                              <p:pRg st="0" end="0"/>
                                            </p:txEl>
                                          </p:spTgt>
                                        </p:tgtEl>
                                        <p:attrNameLst>
                                          <p:attrName>style.visibility</p:attrName>
                                        </p:attrNameLst>
                                      </p:cBhvr>
                                      <p:to>
                                        <p:strVal val="visible"/>
                                      </p:to>
                                    </p:set>
                                    <p:anim calcmode="lin" valueType="num">
                                      <p:cBhvr>
                                        <p:cTn id="7" dur="500" fill="hold"/>
                                        <p:tgtEl>
                                          <p:spTgt spid="148">
                                            <p:txEl>
                                              <p:pRg st="0" end="0"/>
                                            </p:txEl>
                                          </p:spTgt>
                                        </p:tgtEl>
                                        <p:attrNameLst>
                                          <p:attrName>ppt_w</p:attrName>
                                        </p:attrNameLst>
                                      </p:cBhvr>
                                      <p:tavLst>
                                        <p:tav tm="0">
                                          <p:val>
                                            <p:fltVal val="0"/>
                                          </p:val>
                                        </p:tav>
                                        <p:tav tm="100000">
                                          <p:val>
                                            <p:strVal val="#ppt_w"/>
                                          </p:val>
                                        </p:tav>
                                      </p:tavLst>
                                    </p:anim>
                                    <p:anim calcmode="lin" valueType="num">
                                      <p:cBhvr>
                                        <p:cTn id="8" dur="500" fill="hold"/>
                                        <p:tgtEl>
                                          <p:spTgt spid="148">
                                            <p:txEl>
                                              <p:pRg st="0" end="0"/>
                                            </p:txEl>
                                          </p:spTgt>
                                        </p:tgtEl>
                                        <p:attrNameLst>
                                          <p:attrName>ppt_h</p:attrName>
                                        </p:attrNameLst>
                                      </p:cBhvr>
                                      <p:tavLst>
                                        <p:tav tm="0">
                                          <p:val>
                                            <p:fltVal val="0"/>
                                          </p:val>
                                        </p:tav>
                                        <p:tav tm="100000">
                                          <p:val>
                                            <p:strVal val="#ppt_h"/>
                                          </p:val>
                                        </p:tav>
                                      </p:tavLst>
                                    </p:anim>
                                    <p:animEffect transition="in" filter="fade">
                                      <p:cBhvr>
                                        <p:cTn id="9" dur="500"/>
                                        <p:tgtEl>
                                          <p:spTgt spid="148">
                                            <p:txEl>
                                              <p:pRg st="0" end="0"/>
                                            </p:txEl>
                                          </p:spTgt>
                                        </p:tgtEl>
                                      </p:cBhvr>
                                    </p:animEffect>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wipe(down)">
                                      <p:cBhvr>
                                        <p:cTn id="14" dur="500"/>
                                        <p:tgtEl>
                                          <p:spTgt spid="3"/>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5">
                                            <p:txEl>
                                              <p:pRg st="0" end="0"/>
                                            </p:txEl>
                                          </p:spTgt>
                                        </p:tgtEl>
                                        <p:attrNameLst>
                                          <p:attrName>style.visibility</p:attrName>
                                        </p:attrNameLst>
                                      </p:cBhvr>
                                      <p:to>
                                        <p:strVal val="visible"/>
                                      </p:to>
                                    </p:set>
                                    <p:animEffect transition="in" filter="fade">
                                      <p:cBhvr>
                                        <p:cTn id="19" dur="1000"/>
                                        <p:tgtEl>
                                          <p:spTgt spid="5">
                                            <p:txEl>
                                              <p:pRg st="0" end="0"/>
                                            </p:txEl>
                                          </p:spTgt>
                                        </p:tgtEl>
                                      </p:cBhvr>
                                    </p:animEffect>
                                    <p:anim calcmode="lin" valueType="num">
                                      <p:cBhvr>
                                        <p:cTn id="20" dur="1000" fill="hold"/>
                                        <p:tgtEl>
                                          <p:spTgt spid="5">
                                            <p:txEl>
                                              <p:pRg st="0" end="0"/>
                                            </p:txEl>
                                          </p:spTgt>
                                        </p:tgtEl>
                                        <p:attrNameLst>
                                          <p:attrName>ppt_x</p:attrName>
                                        </p:attrNameLst>
                                      </p:cBhvr>
                                      <p:tavLst>
                                        <p:tav tm="0">
                                          <p:val>
                                            <p:strVal val="#ppt_x"/>
                                          </p:val>
                                        </p:tav>
                                        <p:tav tm="100000">
                                          <p:val>
                                            <p:strVal val="#ppt_x"/>
                                          </p:val>
                                        </p:tav>
                                      </p:tavLst>
                                    </p:anim>
                                    <p:anim calcmode="lin" valueType="num">
                                      <p:cBhvr>
                                        <p:cTn id="21" dur="1000" fill="hold"/>
                                        <p:tgtEl>
                                          <p:spTgt spid="5">
                                            <p:txEl>
                                              <p:pRg st="0" end="0"/>
                                            </p:txEl>
                                          </p:spTgt>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0"/>
                                  </p:stCondLst>
                                  <p:childTnLst>
                                    <p:set>
                                      <p:cBhvr>
                                        <p:cTn id="23" dur="1" fill="hold">
                                          <p:stCondLst>
                                            <p:cond delay="0"/>
                                          </p:stCondLst>
                                        </p:cTn>
                                        <p:tgtEl>
                                          <p:spTgt spid="5">
                                            <p:txEl>
                                              <p:pRg st="1" end="1"/>
                                            </p:txEl>
                                          </p:spTgt>
                                        </p:tgtEl>
                                        <p:attrNameLst>
                                          <p:attrName>style.visibility</p:attrName>
                                        </p:attrNameLst>
                                      </p:cBhvr>
                                      <p:to>
                                        <p:strVal val="visible"/>
                                      </p:to>
                                    </p:set>
                                    <p:animEffect transition="in" filter="fade">
                                      <p:cBhvr>
                                        <p:cTn id="24" dur="1000"/>
                                        <p:tgtEl>
                                          <p:spTgt spid="5">
                                            <p:txEl>
                                              <p:pRg st="1" end="1"/>
                                            </p:txEl>
                                          </p:spTgt>
                                        </p:tgtEl>
                                      </p:cBhvr>
                                    </p:animEffect>
                                    <p:anim calcmode="lin" valueType="num">
                                      <p:cBhvr>
                                        <p:cTn id="25" dur="1000" fill="hold"/>
                                        <p:tgtEl>
                                          <p:spTgt spid="5">
                                            <p:txEl>
                                              <p:pRg st="1" end="1"/>
                                            </p:txEl>
                                          </p:spTgt>
                                        </p:tgtEl>
                                        <p:attrNameLst>
                                          <p:attrName>ppt_x</p:attrName>
                                        </p:attrNameLst>
                                      </p:cBhvr>
                                      <p:tavLst>
                                        <p:tav tm="0">
                                          <p:val>
                                            <p:strVal val="#ppt_x"/>
                                          </p:val>
                                        </p:tav>
                                        <p:tav tm="100000">
                                          <p:val>
                                            <p:strVal val="#ppt_x"/>
                                          </p:val>
                                        </p:tav>
                                      </p:tavLst>
                                    </p:anim>
                                    <p:anim calcmode="lin" valueType="num">
                                      <p:cBhvr>
                                        <p:cTn id="26" dur="1000" fill="hold"/>
                                        <p:tgtEl>
                                          <p:spTgt spid="5">
                                            <p:txEl>
                                              <p:pRg st="1" end="1"/>
                                            </p:txEl>
                                          </p:spTgt>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5">
                                            <p:txEl>
                                              <p:pRg st="2" end="2"/>
                                            </p:txEl>
                                          </p:spTgt>
                                        </p:tgtEl>
                                        <p:attrNameLst>
                                          <p:attrName>style.visibility</p:attrName>
                                        </p:attrNameLst>
                                      </p:cBhvr>
                                      <p:to>
                                        <p:strVal val="visible"/>
                                      </p:to>
                                    </p:set>
                                    <p:animEffect transition="in" filter="fade">
                                      <p:cBhvr>
                                        <p:cTn id="29" dur="1000"/>
                                        <p:tgtEl>
                                          <p:spTgt spid="5">
                                            <p:txEl>
                                              <p:pRg st="2" end="2"/>
                                            </p:txEl>
                                          </p:spTgt>
                                        </p:tgtEl>
                                      </p:cBhvr>
                                    </p:animEffect>
                                    <p:anim calcmode="lin" valueType="num">
                                      <p:cBhvr>
                                        <p:cTn id="30" dur="1000" fill="hold"/>
                                        <p:tgtEl>
                                          <p:spTgt spid="5">
                                            <p:txEl>
                                              <p:pRg st="2" end="2"/>
                                            </p:txEl>
                                          </p:spTgt>
                                        </p:tgtEl>
                                        <p:attrNameLst>
                                          <p:attrName>ppt_x</p:attrName>
                                        </p:attrNameLst>
                                      </p:cBhvr>
                                      <p:tavLst>
                                        <p:tav tm="0">
                                          <p:val>
                                            <p:strVal val="#ppt_x"/>
                                          </p:val>
                                        </p:tav>
                                        <p:tav tm="100000">
                                          <p:val>
                                            <p:strVal val="#ppt_x"/>
                                          </p:val>
                                        </p:tav>
                                      </p:tavLst>
                                    </p:anim>
                                    <p:anim calcmode="lin" valueType="num">
                                      <p:cBhvr>
                                        <p:cTn id="31" dur="1000" fill="hold"/>
                                        <p:tgtEl>
                                          <p:spTgt spid="5">
                                            <p:txEl>
                                              <p:pRg st="2" end="2"/>
                                            </p:txEl>
                                          </p:spTgt>
                                        </p:tgtEl>
                                        <p:attrNameLst>
                                          <p:attrName>ppt_y</p:attrName>
                                        </p:attrNameLst>
                                      </p:cBhvr>
                                      <p:tavLst>
                                        <p:tav tm="0">
                                          <p:val>
                                            <p:strVal val="#ppt_y+.1"/>
                                          </p:val>
                                        </p:tav>
                                        <p:tav tm="100000">
                                          <p:val>
                                            <p:strVal val="#ppt_y"/>
                                          </p:val>
                                        </p:tav>
                                      </p:tavLst>
                                    </p:anim>
                                  </p:childTnLst>
                                </p:cTn>
                              </p:par>
                              <p:par>
                                <p:cTn id="32" presetID="42" presetClass="entr" presetSubtype="0" fill="hold" nodeType="withEffect">
                                  <p:stCondLst>
                                    <p:cond delay="0"/>
                                  </p:stCondLst>
                                  <p:childTnLst>
                                    <p:set>
                                      <p:cBhvr>
                                        <p:cTn id="33" dur="1" fill="hold">
                                          <p:stCondLst>
                                            <p:cond delay="0"/>
                                          </p:stCondLst>
                                        </p:cTn>
                                        <p:tgtEl>
                                          <p:spTgt spid="5">
                                            <p:txEl>
                                              <p:pRg st="3" end="3"/>
                                            </p:txEl>
                                          </p:spTgt>
                                        </p:tgtEl>
                                        <p:attrNameLst>
                                          <p:attrName>style.visibility</p:attrName>
                                        </p:attrNameLst>
                                      </p:cBhvr>
                                      <p:to>
                                        <p:strVal val="visible"/>
                                      </p:to>
                                    </p:set>
                                    <p:animEffect transition="in" filter="fade">
                                      <p:cBhvr>
                                        <p:cTn id="34" dur="1000"/>
                                        <p:tgtEl>
                                          <p:spTgt spid="5">
                                            <p:txEl>
                                              <p:pRg st="3" end="3"/>
                                            </p:txEl>
                                          </p:spTgt>
                                        </p:tgtEl>
                                      </p:cBhvr>
                                    </p:animEffect>
                                    <p:anim calcmode="lin" valueType="num">
                                      <p:cBhvr>
                                        <p:cTn id="35" dur="1000" fill="hold"/>
                                        <p:tgtEl>
                                          <p:spTgt spid="5">
                                            <p:txEl>
                                              <p:pRg st="3" end="3"/>
                                            </p:txEl>
                                          </p:spTgt>
                                        </p:tgtEl>
                                        <p:attrNameLst>
                                          <p:attrName>ppt_x</p:attrName>
                                        </p:attrNameLst>
                                      </p:cBhvr>
                                      <p:tavLst>
                                        <p:tav tm="0">
                                          <p:val>
                                            <p:strVal val="#ppt_x"/>
                                          </p:val>
                                        </p:tav>
                                        <p:tav tm="100000">
                                          <p:val>
                                            <p:strVal val="#ppt_x"/>
                                          </p:val>
                                        </p:tav>
                                      </p:tavLst>
                                    </p:anim>
                                    <p:anim calcmode="lin" valueType="num">
                                      <p:cBhvr>
                                        <p:cTn id="36" dur="1000" fill="hold"/>
                                        <p:tgtEl>
                                          <p:spTgt spid="5">
                                            <p:txEl>
                                              <p:pRg st="3" end="3"/>
                                            </p:txEl>
                                          </p:spTgt>
                                        </p:tgtEl>
                                        <p:attrNameLst>
                                          <p:attrName>ppt_y</p:attrName>
                                        </p:attrNameLst>
                                      </p:cBhvr>
                                      <p:tavLst>
                                        <p:tav tm="0">
                                          <p:val>
                                            <p:strVal val="#ppt_y+.1"/>
                                          </p:val>
                                        </p:tav>
                                        <p:tav tm="100000">
                                          <p:val>
                                            <p:strVal val="#ppt_y"/>
                                          </p:val>
                                        </p:tav>
                                      </p:tavLst>
                                    </p:anim>
                                  </p:childTnLst>
                                </p:cTn>
                              </p:par>
                              <p:par>
                                <p:cTn id="37" presetID="42" presetClass="entr" presetSubtype="0" fill="hold" nodeType="withEffect">
                                  <p:stCondLst>
                                    <p:cond delay="0"/>
                                  </p:stCondLst>
                                  <p:childTnLst>
                                    <p:set>
                                      <p:cBhvr>
                                        <p:cTn id="38" dur="1" fill="hold">
                                          <p:stCondLst>
                                            <p:cond delay="0"/>
                                          </p:stCondLst>
                                        </p:cTn>
                                        <p:tgtEl>
                                          <p:spTgt spid="5">
                                            <p:txEl>
                                              <p:pRg st="4" end="4"/>
                                            </p:txEl>
                                          </p:spTgt>
                                        </p:tgtEl>
                                        <p:attrNameLst>
                                          <p:attrName>style.visibility</p:attrName>
                                        </p:attrNameLst>
                                      </p:cBhvr>
                                      <p:to>
                                        <p:strVal val="visible"/>
                                      </p:to>
                                    </p:set>
                                    <p:animEffect transition="in" filter="fade">
                                      <p:cBhvr>
                                        <p:cTn id="39" dur="1000"/>
                                        <p:tgtEl>
                                          <p:spTgt spid="5">
                                            <p:txEl>
                                              <p:pRg st="4" end="4"/>
                                            </p:txEl>
                                          </p:spTgt>
                                        </p:tgtEl>
                                      </p:cBhvr>
                                    </p:animEffect>
                                    <p:anim calcmode="lin" valueType="num">
                                      <p:cBhvr>
                                        <p:cTn id="40" dur="1000" fill="hold"/>
                                        <p:tgtEl>
                                          <p:spTgt spid="5">
                                            <p:txEl>
                                              <p:pRg st="4" end="4"/>
                                            </p:txEl>
                                          </p:spTgt>
                                        </p:tgtEl>
                                        <p:attrNameLst>
                                          <p:attrName>ppt_x</p:attrName>
                                        </p:attrNameLst>
                                      </p:cBhvr>
                                      <p:tavLst>
                                        <p:tav tm="0">
                                          <p:val>
                                            <p:strVal val="#ppt_x"/>
                                          </p:val>
                                        </p:tav>
                                        <p:tav tm="100000">
                                          <p:val>
                                            <p:strVal val="#ppt_x"/>
                                          </p:val>
                                        </p:tav>
                                      </p:tavLst>
                                    </p:anim>
                                    <p:anim calcmode="lin" valueType="num">
                                      <p:cBhvr>
                                        <p:cTn id="41" dur="1000" fill="hold"/>
                                        <p:tgtEl>
                                          <p:spTgt spid="5">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42" fill="hold">
                      <p:stCondLst>
                        <p:cond delay="indefinite"/>
                      </p:stCondLst>
                      <p:childTnLst>
                        <p:par>
                          <p:cTn id="43" fill="hold">
                            <p:stCondLst>
                              <p:cond delay="0"/>
                            </p:stCondLst>
                            <p:childTnLst>
                              <p:par>
                                <p:cTn id="44" presetID="42" presetClass="entr" presetSubtype="0" fill="hold" grpId="0" nodeType="clickEffect">
                                  <p:stCondLst>
                                    <p:cond delay="0"/>
                                  </p:stCondLst>
                                  <p:childTnLst>
                                    <p:set>
                                      <p:cBhvr>
                                        <p:cTn id="45" dur="1" fill="hold">
                                          <p:stCondLst>
                                            <p:cond delay="0"/>
                                          </p:stCondLst>
                                        </p:cTn>
                                        <p:tgtEl>
                                          <p:spTgt spid="6"/>
                                        </p:tgtEl>
                                        <p:attrNameLst>
                                          <p:attrName>style.visibility</p:attrName>
                                        </p:attrNameLst>
                                      </p:cBhvr>
                                      <p:to>
                                        <p:strVal val="visible"/>
                                      </p:to>
                                    </p:set>
                                    <p:animEffect transition="in" filter="fade">
                                      <p:cBhvr>
                                        <p:cTn id="46" dur="1000"/>
                                        <p:tgtEl>
                                          <p:spTgt spid="6"/>
                                        </p:tgtEl>
                                      </p:cBhvr>
                                    </p:animEffect>
                                    <p:anim calcmode="lin" valueType="num">
                                      <p:cBhvr>
                                        <p:cTn id="47" dur="1000" fill="hold"/>
                                        <p:tgtEl>
                                          <p:spTgt spid="6"/>
                                        </p:tgtEl>
                                        <p:attrNameLst>
                                          <p:attrName>ppt_x</p:attrName>
                                        </p:attrNameLst>
                                      </p:cBhvr>
                                      <p:tavLst>
                                        <p:tav tm="0">
                                          <p:val>
                                            <p:strVal val="#ppt_x"/>
                                          </p:val>
                                        </p:tav>
                                        <p:tav tm="100000">
                                          <p:val>
                                            <p:strVal val="#ppt_x"/>
                                          </p:val>
                                        </p:tav>
                                      </p:tavLst>
                                    </p:anim>
                                    <p:anim calcmode="lin" valueType="num">
                                      <p:cBhvr>
                                        <p:cTn id="48"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 grpId="0" build="allAtOnce"/>
      <p:bldP spid="3" grpId="0"/>
      <p:bldP spid="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5" name="Google Shape;155;p15"/>
          <p:cNvSpPr txBox="1"/>
          <p:nvPr/>
        </p:nvSpPr>
        <p:spPr>
          <a:xfrm>
            <a:off x="149496" y="924762"/>
            <a:ext cx="3994800" cy="68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vi-VN" sz="3010">
                <a:solidFill>
                  <a:srgbClr val="000000"/>
                </a:solidFill>
                <a:latin typeface="Merriweather"/>
                <a:ea typeface="Merriweather"/>
                <a:cs typeface="Merriweather"/>
                <a:sym typeface="Merriweather"/>
              </a:rPr>
              <a:t>Lọc FIR là gì </a:t>
            </a:r>
            <a:endParaRPr sz="3010">
              <a:solidFill>
                <a:srgbClr val="000000"/>
              </a:solidFill>
              <a:latin typeface="Merriweather"/>
              <a:ea typeface="Merriweather"/>
              <a:cs typeface="Merriweather"/>
              <a:sym typeface="Merriweather"/>
            </a:endParaRPr>
          </a:p>
        </p:txBody>
      </p:sp>
      <p:sp>
        <p:nvSpPr>
          <p:cNvPr id="156" name="Google Shape;156;p15"/>
          <p:cNvSpPr txBox="1"/>
          <p:nvPr/>
        </p:nvSpPr>
        <p:spPr>
          <a:xfrm>
            <a:off x="357925" y="1747519"/>
            <a:ext cx="4166662" cy="2777067"/>
          </a:xfrm>
          <a:prstGeom prst="rect">
            <a:avLst/>
          </a:prstGeom>
          <a:noFill/>
          <a:ln>
            <a:noFill/>
          </a:ln>
        </p:spPr>
        <p:txBody>
          <a:bodyPr spcFirstLastPara="1" wrap="square" lIns="91425" tIns="91425" rIns="91425" bIns="91425" anchor="ctr" anchorCtr="0">
            <a:noAutofit/>
          </a:bodyPr>
          <a:lstStyle/>
          <a:p>
            <a:pPr marL="171450" lvl="0" indent="-171450" algn="just">
              <a:lnSpc>
                <a:spcPct val="115000"/>
              </a:lnSpc>
              <a:buFont typeface="Wingdings" panose="05000000000000000000" pitchFamily="2" charset="2"/>
              <a:buChar char="Ø"/>
            </a:pPr>
            <a:r>
              <a:rPr lang="vi-VN" sz="1100">
                <a:latin typeface="Merriweather Sans Light"/>
                <a:ea typeface="Merriweather Sans Light"/>
                <a:cs typeface="Merriweather Sans Light"/>
                <a:sym typeface="Merriweather Sans Light"/>
              </a:rPr>
              <a:t>FIR (Finite Impulse Response)  là một loại bộ lọc số trong xử lý tín hiệu, được sử dụng để lọc bỏ các thành phần tần số không mong muốn từ một tín hiệu số. </a:t>
            </a:r>
          </a:p>
          <a:p>
            <a:pPr marL="171450" lvl="0" indent="-171450" algn="just">
              <a:lnSpc>
                <a:spcPct val="115000"/>
              </a:lnSpc>
              <a:buFont typeface="Wingdings" panose="05000000000000000000" pitchFamily="2" charset="2"/>
              <a:buChar char="Ø"/>
            </a:pPr>
            <a:endParaRPr lang="vi-VN" sz="1100">
              <a:latin typeface="Merriweather Sans Light"/>
              <a:ea typeface="Merriweather Sans Light"/>
              <a:cs typeface="Merriweather Sans Light"/>
              <a:sym typeface="Merriweather Sans Light"/>
            </a:endParaRPr>
          </a:p>
          <a:p>
            <a:pPr marL="171450" lvl="0" indent="-171450" algn="just">
              <a:lnSpc>
                <a:spcPct val="115000"/>
              </a:lnSpc>
              <a:buFont typeface="Wingdings" panose="05000000000000000000" pitchFamily="2" charset="2"/>
              <a:buChar char="Ø"/>
            </a:pPr>
            <a:r>
              <a:rPr lang="vi-VN" sz="1100">
                <a:latin typeface="Merriweather Sans Light"/>
                <a:ea typeface="Merriweather Sans Light"/>
                <a:cs typeface="Merriweather Sans Light"/>
                <a:sym typeface="Merriweather Sans Light"/>
              </a:rPr>
              <a:t>Đặc điểm chính của FIR filter là nó có đáp ứng xung (impulse response) hữu hạn, nghĩa là nó chỉ kéo dài trong một khoảng thời gian nhất định và sau đó trở về giá trị 0.</a:t>
            </a:r>
          </a:p>
          <a:p>
            <a:pPr marL="171450" lvl="0" indent="-171450" algn="just">
              <a:lnSpc>
                <a:spcPct val="115000"/>
              </a:lnSpc>
              <a:buFont typeface="Wingdings" panose="05000000000000000000" pitchFamily="2" charset="2"/>
              <a:buChar char="Ø"/>
            </a:pPr>
            <a:endParaRPr lang="vi-VN" sz="1100">
              <a:latin typeface="Merriweather Sans Light"/>
              <a:ea typeface="Merriweather Sans Light"/>
              <a:cs typeface="Merriweather Sans Light"/>
              <a:sym typeface="Merriweather Sans Light"/>
            </a:endParaRPr>
          </a:p>
          <a:p>
            <a:pPr marL="171450" lvl="0" indent="-171450" algn="just">
              <a:lnSpc>
                <a:spcPct val="115000"/>
              </a:lnSpc>
              <a:buFont typeface="Wingdings" panose="05000000000000000000" pitchFamily="2" charset="2"/>
              <a:buChar char="Ø"/>
            </a:pPr>
            <a:r>
              <a:rPr lang="vi-VN" sz="1100">
                <a:latin typeface="Merriweather Sans Light"/>
                <a:ea typeface="Merriweather Sans Light"/>
                <a:cs typeface="Merriweather Sans Light"/>
                <a:sym typeface="Merriweather Sans Light"/>
              </a:rPr>
              <a:t>Nó không có hồi tiếp (feedback). Đầu ra của bộ lọc FIR không phụ thuộc vào các giá trị đầu ra trước đó, mà chỉ phụ thuộc vào các giá trị đầu vào hiện tại và quá khứ.</a:t>
            </a:r>
            <a:endParaRPr sz="1100">
              <a:solidFill>
                <a:srgbClr val="000000"/>
              </a:solidFill>
              <a:latin typeface="Merriweather Sans Light"/>
              <a:ea typeface="Merriweather Sans Light"/>
              <a:cs typeface="Merriweather Sans Light"/>
              <a:sym typeface="Merriweather Sans Light"/>
            </a:endParaRPr>
          </a:p>
        </p:txBody>
      </p:sp>
      <p:pic>
        <p:nvPicPr>
          <p:cNvPr id="3074" name="Picture 2" descr="https://liquidsdr.org/doc/firfilt/filter_firfilt_crcf_time.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68902" y="2768138"/>
            <a:ext cx="2167498" cy="1625624"/>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ttps://lacvietaudio.com.vn/wp-content/uploads/Tin-hieu-am-thanh-la-mot-dang-chuyen-doi-cua-am-thanh-no-la-cong-cu-de-truyen-tai-va-luu-tru.jp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36400" y="1480747"/>
            <a:ext cx="2072276" cy="1341191"/>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5EE6B465-5398-4A96-8CA6-52D8B8E06005}"/>
              </a:ext>
            </a:extLst>
          </p:cNvPr>
          <p:cNvSpPr txBox="1"/>
          <p:nvPr/>
        </p:nvSpPr>
        <p:spPr>
          <a:xfrm>
            <a:off x="8659921" y="4681835"/>
            <a:ext cx="305660" cy="461665"/>
          </a:xfrm>
          <a:prstGeom prst="rect">
            <a:avLst/>
          </a:prstGeom>
          <a:noFill/>
        </p:spPr>
        <p:txBody>
          <a:bodyPr wrap="square" rtlCol="0">
            <a:spAutoFit/>
          </a:bodyPr>
          <a:lstStyle/>
          <a:p>
            <a:r>
              <a:rPr lang="vi-VN" sz="1200"/>
              <a:t>2</a:t>
            </a:r>
          </a:p>
          <a:p>
            <a:endParaRPr lang="vi-VN" sz="1200"/>
          </a:p>
        </p:txBody>
      </p:sp>
    </p:spTree>
  </p:cSld>
  <p:clrMapOvr>
    <a:masterClrMapping/>
  </p:clrMapOvr>
  <mc:AlternateContent xmlns:mc="http://schemas.openxmlformats.org/markup-compatibility/2006" xmlns:p14="http://schemas.microsoft.com/office/powerpoint/2010/main">
    <mc:Choice Requires="p14">
      <p:transition spd="slow" p14:dur="1300">
        <p14:pan dir="u"/>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55">
                                            <p:txEl>
                                              <p:pRg st="0" end="0"/>
                                            </p:txEl>
                                          </p:spTgt>
                                        </p:tgtEl>
                                        <p:attrNameLst>
                                          <p:attrName>style.visibility</p:attrName>
                                        </p:attrNameLst>
                                      </p:cBhvr>
                                      <p:to>
                                        <p:strVal val="visible"/>
                                      </p:to>
                                    </p:set>
                                    <p:animEffect transition="in" filter="barn(inVertical)">
                                      <p:cBhvr>
                                        <p:cTn id="7" dur="500"/>
                                        <p:tgtEl>
                                          <p:spTgt spid="15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53" presetClass="entr" presetSubtype="16" fill="hold" nodeType="clickEffect">
                                  <p:stCondLst>
                                    <p:cond delay="0"/>
                                  </p:stCondLst>
                                  <p:childTnLst>
                                    <p:set>
                                      <p:cBhvr>
                                        <p:cTn id="11" dur="1" fill="hold">
                                          <p:stCondLst>
                                            <p:cond delay="0"/>
                                          </p:stCondLst>
                                        </p:cTn>
                                        <p:tgtEl>
                                          <p:spTgt spid="156">
                                            <p:txEl>
                                              <p:pRg st="0" end="0"/>
                                            </p:txEl>
                                          </p:spTgt>
                                        </p:tgtEl>
                                        <p:attrNameLst>
                                          <p:attrName>style.visibility</p:attrName>
                                        </p:attrNameLst>
                                      </p:cBhvr>
                                      <p:to>
                                        <p:strVal val="visible"/>
                                      </p:to>
                                    </p:set>
                                    <p:anim calcmode="lin" valueType="num">
                                      <p:cBhvr>
                                        <p:cTn id="12" dur="500" fill="hold"/>
                                        <p:tgtEl>
                                          <p:spTgt spid="156">
                                            <p:txEl>
                                              <p:pRg st="0" end="0"/>
                                            </p:txEl>
                                          </p:spTgt>
                                        </p:tgtEl>
                                        <p:attrNameLst>
                                          <p:attrName>ppt_w</p:attrName>
                                        </p:attrNameLst>
                                      </p:cBhvr>
                                      <p:tavLst>
                                        <p:tav tm="0">
                                          <p:val>
                                            <p:fltVal val="0"/>
                                          </p:val>
                                        </p:tav>
                                        <p:tav tm="100000">
                                          <p:val>
                                            <p:strVal val="#ppt_w"/>
                                          </p:val>
                                        </p:tav>
                                      </p:tavLst>
                                    </p:anim>
                                    <p:anim calcmode="lin" valueType="num">
                                      <p:cBhvr>
                                        <p:cTn id="13" dur="500" fill="hold"/>
                                        <p:tgtEl>
                                          <p:spTgt spid="156">
                                            <p:txEl>
                                              <p:pRg st="0" end="0"/>
                                            </p:txEl>
                                          </p:spTgt>
                                        </p:tgtEl>
                                        <p:attrNameLst>
                                          <p:attrName>ppt_h</p:attrName>
                                        </p:attrNameLst>
                                      </p:cBhvr>
                                      <p:tavLst>
                                        <p:tav tm="0">
                                          <p:val>
                                            <p:fltVal val="0"/>
                                          </p:val>
                                        </p:tav>
                                        <p:tav tm="100000">
                                          <p:val>
                                            <p:strVal val="#ppt_h"/>
                                          </p:val>
                                        </p:tav>
                                      </p:tavLst>
                                    </p:anim>
                                    <p:animEffect transition="in" filter="fade">
                                      <p:cBhvr>
                                        <p:cTn id="14" dur="500"/>
                                        <p:tgtEl>
                                          <p:spTgt spid="156">
                                            <p:txEl>
                                              <p:pRg st="0" end="0"/>
                                            </p:txEl>
                                          </p:spTgt>
                                        </p:tgtEl>
                                      </p:cBhvr>
                                    </p:animEffect>
                                  </p:childTnLst>
                                </p:cTn>
                              </p:par>
                              <p:par>
                                <p:cTn id="15" presetID="53" presetClass="entr" presetSubtype="16" fill="hold" nodeType="withEffect">
                                  <p:stCondLst>
                                    <p:cond delay="0"/>
                                  </p:stCondLst>
                                  <p:childTnLst>
                                    <p:set>
                                      <p:cBhvr>
                                        <p:cTn id="16" dur="1" fill="hold">
                                          <p:stCondLst>
                                            <p:cond delay="0"/>
                                          </p:stCondLst>
                                        </p:cTn>
                                        <p:tgtEl>
                                          <p:spTgt spid="156">
                                            <p:txEl>
                                              <p:pRg st="2" end="2"/>
                                            </p:txEl>
                                          </p:spTgt>
                                        </p:tgtEl>
                                        <p:attrNameLst>
                                          <p:attrName>style.visibility</p:attrName>
                                        </p:attrNameLst>
                                      </p:cBhvr>
                                      <p:to>
                                        <p:strVal val="visible"/>
                                      </p:to>
                                    </p:set>
                                    <p:anim calcmode="lin" valueType="num">
                                      <p:cBhvr>
                                        <p:cTn id="17" dur="500" fill="hold"/>
                                        <p:tgtEl>
                                          <p:spTgt spid="156">
                                            <p:txEl>
                                              <p:pRg st="2" end="2"/>
                                            </p:txEl>
                                          </p:spTgt>
                                        </p:tgtEl>
                                        <p:attrNameLst>
                                          <p:attrName>ppt_w</p:attrName>
                                        </p:attrNameLst>
                                      </p:cBhvr>
                                      <p:tavLst>
                                        <p:tav tm="0">
                                          <p:val>
                                            <p:fltVal val="0"/>
                                          </p:val>
                                        </p:tav>
                                        <p:tav tm="100000">
                                          <p:val>
                                            <p:strVal val="#ppt_w"/>
                                          </p:val>
                                        </p:tav>
                                      </p:tavLst>
                                    </p:anim>
                                    <p:anim calcmode="lin" valueType="num">
                                      <p:cBhvr>
                                        <p:cTn id="18" dur="500" fill="hold"/>
                                        <p:tgtEl>
                                          <p:spTgt spid="156">
                                            <p:txEl>
                                              <p:pRg st="2" end="2"/>
                                            </p:txEl>
                                          </p:spTgt>
                                        </p:tgtEl>
                                        <p:attrNameLst>
                                          <p:attrName>ppt_h</p:attrName>
                                        </p:attrNameLst>
                                      </p:cBhvr>
                                      <p:tavLst>
                                        <p:tav tm="0">
                                          <p:val>
                                            <p:fltVal val="0"/>
                                          </p:val>
                                        </p:tav>
                                        <p:tav tm="100000">
                                          <p:val>
                                            <p:strVal val="#ppt_h"/>
                                          </p:val>
                                        </p:tav>
                                      </p:tavLst>
                                    </p:anim>
                                    <p:animEffect transition="in" filter="fade">
                                      <p:cBhvr>
                                        <p:cTn id="19" dur="500"/>
                                        <p:tgtEl>
                                          <p:spTgt spid="156">
                                            <p:txEl>
                                              <p:pRg st="2" end="2"/>
                                            </p:txEl>
                                          </p:spTgt>
                                        </p:tgtEl>
                                      </p:cBhvr>
                                    </p:animEffect>
                                  </p:childTnLst>
                                </p:cTn>
                              </p:par>
                              <p:par>
                                <p:cTn id="20" presetID="53" presetClass="entr" presetSubtype="16" fill="hold" nodeType="withEffect">
                                  <p:stCondLst>
                                    <p:cond delay="0"/>
                                  </p:stCondLst>
                                  <p:childTnLst>
                                    <p:set>
                                      <p:cBhvr>
                                        <p:cTn id="21" dur="1" fill="hold">
                                          <p:stCondLst>
                                            <p:cond delay="0"/>
                                          </p:stCondLst>
                                        </p:cTn>
                                        <p:tgtEl>
                                          <p:spTgt spid="156">
                                            <p:txEl>
                                              <p:pRg st="4" end="4"/>
                                            </p:txEl>
                                          </p:spTgt>
                                        </p:tgtEl>
                                        <p:attrNameLst>
                                          <p:attrName>style.visibility</p:attrName>
                                        </p:attrNameLst>
                                      </p:cBhvr>
                                      <p:to>
                                        <p:strVal val="visible"/>
                                      </p:to>
                                    </p:set>
                                    <p:anim calcmode="lin" valueType="num">
                                      <p:cBhvr>
                                        <p:cTn id="22" dur="500" fill="hold"/>
                                        <p:tgtEl>
                                          <p:spTgt spid="156">
                                            <p:txEl>
                                              <p:pRg st="4" end="4"/>
                                            </p:txEl>
                                          </p:spTgt>
                                        </p:tgtEl>
                                        <p:attrNameLst>
                                          <p:attrName>ppt_w</p:attrName>
                                        </p:attrNameLst>
                                      </p:cBhvr>
                                      <p:tavLst>
                                        <p:tav tm="0">
                                          <p:val>
                                            <p:fltVal val="0"/>
                                          </p:val>
                                        </p:tav>
                                        <p:tav tm="100000">
                                          <p:val>
                                            <p:strVal val="#ppt_w"/>
                                          </p:val>
                                        </p:tav>
                                      </p:tavLst>
                                    </p:anim>
                                    <p:anim calcmode="lin" valueType="num">
                                      <p:cBhvr>
                                        <p:cTn id="23" dur="500" fill="hold"/>
                                        <p:tgtEl>
                                          <p:spTgt spid="156">
                                            <p:txEl>
                                              <p:pRg st="4" end="4"/>
                                            </p:txEl>
                                          </p:spTgt>
                                        </p:tgtEl>
                                        <p:attrNameLst>
                                          <p:attrName>ppt_h</p:attrName>
                                        </p:attrNameLst>
                                      </p:cBhvr>
                                      <p:tavLst>
                                        <p:tav tm="0">
                                          <p:val>
                                            <p:fltVal val="0"/>
                                          </p:val>
                                        </p:tav>
                                        <p:tav tm="100000">
                                          <p:val>
                                            <p:strVal val="#ppt_h"/>
                                          </p:val>
                                        </p:tav>
                                      </p:tavLst>
                                    </p:anim>
                                    <p:animEffect transition="in" filter="fade">
                                      <p:cBhvr>
                                        <p:cTn id="24" dur="500"/>
                                        <p:tgtEl>
                                          <p:spTgt spid="15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60"/>
        <p:cNvGrpSpPr/>
        <p:nvPr/>
      </p:nvGrpSpPr>
      <p:grpSpPr>
        <a:xfrm>
          <a:off x="0" y="0"/>
          <a:ext cx="0" cy="0"/>
          <a:chOff x="0" y="0"/>
          <a:chExt cx="0" cy="0"/>
        </a:xfrm>
      </p:grpSpPr>
      <p:sp>
        <p:nvSpPr>
          <p:cNvPr id="161" name="Google Shape;161;p16"/>
          <p:cNvSpPr txBox="1"/>
          <p:nvPr/>
        </p:nvSpPr>
        <p:spPr>
          <a:xfrm>
            <a:off x="572550" y="2231550"/>
            <a:ext cx="2322900" cy="68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vi-VN" sz="2210">
                <a:solidFill>
                  <a:srgbClr val="FFFFFF"/>
                </a:solidFill>
                <a:latin typeface="Merriweather Sans Light"/>
                <a:ea typeface="Merriweather Sans Light"/>
                <a:cs typeface="Merriweather Sans Light"/>
                <a:sym typeface="Merriweather Sans Light"/>
              </a:rPr>
              <a:t>Âm thanh trong trẻo hơn </a:t>
            </a:r>
            <a:endParaRPr sz="2210">
              <a:solidFill>
                <a:srgbClr val="FFFFFF"/>
              </a:solidFill>
              <a:latin typeface="Merriweather Sans Light"/>
              <a:ea typeface="Merriweather Sans Light"/>
              <a:cs typeface="Merriweather Sans Light"/>
              <a:sym typeface="Merriweather Sans Light"/>
            </a:endParaRPr>
          </a:p>
        </p:txBody>
      </p:sp>
      <p:sp>
        <p:nvSpPr>
          <p:cNvPr id="162" name="Google Shape;162;p16"/>
          <p:cNvSpPr txBox="1"/>
          <p:nvPr/>
        </p:nvSpPr>
        <p:spPr>
          <a:xfrm>
            <a:off x="3410550" y="2231550"/>
            <a:ext cx="2322900" cy="68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vi-VN" sz="2210">
                <a:solidFill>
                  <a:srgbClr val="FFFFFF"/>
                </a:solidFill>
                <a:latin typeface="Merriweather Sans Light"/>
                <a:ea typeface="Merriweather Sans Light"/>
                <a:cs typeface="Merriweather Sans Light"/>
                <a:sym typeface="Merriweather Sans Light"/>
              </a:rPr>
              <a:t>Giảm nhiễu </a:t>
            </a:r>
            <a:endParaRPr sz="2210">
              <a:solidFill>
                <a:srgbClr val="FFFFFF"/>
              </a:solidFill>
              <a:latin typeface="Merriweather Sans Light"/>
              <a:ea typeface="Merriweather Sans Light"/>
              <a:cs typeface="Merriweather Sans Light"/>
              <a:sym typeface="Merriweather Sans Light"/>
            </a:endParaRPr>
          </a:p>
        </p:txBody>
      </p:sp>
      <p:sp>
        <p:nvSpPr>
          <p:cNvPr id="163" name="Google Shape;163;p16"/>
          <p:cNvSpPr txBox="1"/>
          <p:nvPr/>
        </p:nvSpPr>
        <p:spPr>
          <a:xfrm>
            <a:off x="6362930" y="2231550"/>
            <a:ext cx="2322900" cy="680400"/>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vi-VN" sz="2210">
                <a:solidFill>
                  <a:srgbClr val="FFFFFF"/>
                </a:solidFill>
                <a:latin typeface="Merriweather Sans Light"/>
                <a:ea typeface="Merriweather Sans Light"/>
                <a:cs typeface="Merriweather Sans Light"/>
                <a:sym typeface="Merriweather Sans Light"/>
              </a:rPr>
              <a:t>Làm mượt tín hiệu</a:t>
            </a:r>
            <a:endParaRPr sz="2210">
              <a:solidFill>
                <a:srgbClr val="FFFFFF"/>
              </a:solidFill>
              <a:latin typeface="Merriweather Sans Light"/>
              <a:ea typeface="Merriweather Sans Light"/>
              <a:cs typeface="Merriweather Sans Light"/>
              <a:sym typeface="Merriweather Sans Light"/>
            </a:endParaRPr>
          </a:p>
        </p:txBody>
      </p:sp>
      <p:sp>
        <p:nvSpPr>
          <p:cNvPr id="164" name="Google Shape;164;p16"/>
          <p:cNvSpPr txBox="1"/>
          <p:nvPr/>
        </p:nvSpPr>
        <p:spPr>
          <a:xfrm>
            <a:off x="366906" y="910275"/>
            <a:ext cx="3043644" cy="680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vi-VN" sz="2000">
                <a:solidFill>
                  <a:srgbClr val="00B050"/>
                </a:solidFill>
                <a:latin typeface="Merriweather"/>
                <a:ea typeface="Merriweather"/>
                <a:cs typeface="Merriweather"/>
                <a:sym typeface="Merriweather"/>
              </a:rPr>
              <a:t>Lọc thông thấp (</a:t>
            </a:r>
            <a:r>
              <a:rPr lang="vi-VN" sz="2000">
                <a:solidFill>
                  <a:srgbClr val="00B050"/>
                </a:solidFill>
                <a:latin typeface="Merriweather" panose="020B0604020202020204" charset="0"/>
                <a:ea typeface="Merriweather"/>
                <a:cs typeface="Merriweather"/>
                <a:sym typeface="Merriweather"/>
              </a:rPr>
              <a:t>LPF</a:t>
            </a:r>
            <a:r>
              <a:rPr lang="vi-VN" sz="2000">
                <a:solidFill>
                  <a:srgbClr val="00B050"/>
                </a:solidFill>
                <a:latin typeface="Merriweather"/>
                <a:ea typeface="Merriweather"/>
                <a:cs typeface="Merriweather"/>
                <a:sym typeface="Merriweather"/>
              </a:rPr>
              <a:t>)</a:t>
            </a:r>
            <a:endParaRPr sz="2000">
              <a:solidFill>
                <a:srgbClr val="00B050"/>
              </a:solidFill>
              <a:latin typeface="Merriweather"/>
              <a:ea typeface="Merriweather"/>
              <a:cs typeface="Merriweather"/>
              <a:sym typeface="Merriweather"/>
            </a:endParaRPr>
          </a:p>
        </p:txBody>
      </p:sp>
      <p:sp>
        <p:nvSpPr>
          <p:cNvPr id="165" name="Google Shape;165;p16"/>
          <p:cNvSpPr txBox="1"/>
          <p:nvPr/>
        </p:nvSpPr>
        <p:spPr>
          <a:xfrm>
            <a:off x="3476930" y="771825"/>
            <a:ext cx="5208900" cy="957300"/>
          </a:xfrm>
          <a:prstGeom prst="rect">
            <a:avLst/>
          </a:prstGeom>
          <a:noFill/>
          <a:ln>
            <a:noFill/>
          </a:ln>
        </p:spPr>
        <p:txBody>
          <a:bodyPr spcFirstLastPara="1" wrap="square" lIns="91425" tIns="91425" rIns="91425" bIns="91425" anchor="ctr" anchorCtr="0">
            <a:noAutofit/>
          </a:bodyPr>
          <a:lstStyle/>
          <a:p>
            <a:pPr lvl="0" algn="just"/>
            <a:r>
              <a:rPr lang="vi-VN" sz="1600">
                <a:latin typeface="Merriweather" panose="020B0604020202020204" charset="0"/>
              </a:rPr>
              <a:t>Cho phép các tần số dưới một ngưỡng xác định đi qua và chặn các tần số cao hơn.</a:t>
            </a:r>
            <a:endParaRPr lang="en-US" sz="1600">
              <a:latin typeface="Merriweather" panose="020B0604020202020204" charset="0"/>
            </a:endParaRPr>
          </a:p>
        </p:txBody>
      </p:sp>
      <p:sp>
        <p:nvSpPr>
          <p:cNvPr id="2" name="TextBox 1">
            <a:extLst>
              <a:ext uri="{FF2B5EF4-FFF2-40B4-BE49-F238E27FC236}">
                <a16:creationId xmlns:a16="http://schemas.microsoft.com/office/drawing/2014/main" id="{12FF45C0-9930-9D87-DBEE-73F4485C9B35}"/>
              </a:ext>
            </a:extLst>
          </p:cNvPr>
          <p:cNvSpPr txBox="1"/>
          <p:nvPr/>
        </p:nvSpPr>
        <p:spPr>
          <a:xfrm>
            <a:off x="125520" y="111512"/>
            <a:ext cx="305660" cy="461665"/>
          </a:xfrm>
          <a:prstGeom prst="rect">
            <a:avLst/>
          </a:prstGeom>
          <a:noFill/>
        </p:spPr>
        <p:txBody>
          <a:bodyPr wrap="square" rtlCol="0">
            <a:spAutoFit/>
          </a:bodyPr>
          <a:lstStyle/>
          <a:p>
            <a:r>
              <a:rPr lang="vi-VN" sz="1200"/>
              <a:t>3</a:t>
            </a:r>
          </a:p>
          <a:p>
            <a:endParaRPr lang="vi-VN" sz="1200"/>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64"/>
                                        </p:tgtEl>
                                        <p:attrNameLst>
                                          <p:attrName>style.visibility</p:attrName>
                                        </p:attrNameLst>
                                      </p:cBhvr>
                                      <p:to>
                                        <p:strVal val="visible"/>
                                      </p:to>
                                    </p:set>
                                    <p:anim calcmode="lin" valueType="num">
                                      <p:cBhvr additive="base">
                                        <p:cTn id="7" dur="500" fill="hold"/>
                                        <p:tgtEl>
                                          <p:spTgt spid="164"/>
                                        </p:tgtEl>
                                        <p:attrNameLst>
                                          <p:attrName>ppt_x</p:attrName>
                                        </p:attrNameLst>
                                      </p:cBhvr>
                                      <p:tavLst>
                                        <p:tav tm="0">
                                          <p:val>
                                            <p:strVal val="#ppt_x"/>
                                          </p:val>
                                        </p:tav>
                                        <p:tav tm="100000">
                                          <p:val>
                                            <p:strVal val="#ppt_x"/>
                                          </p:val>
                                        </p:tav>
                                      </p:tavLst>
                                    </p:anim>
                                    <p:anim calcmode="lin" valueType="num">
                                      <p:cBhvr additive="base">
                                        <p:cTn id="8" dur="500" fill="hold"/>
                                        <p:tgtEl>
                                          <p:spTgt spid="164"/>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6" presetClass="entr" presetSubtype="0" fill="hold" grpId="0" nodeType="clickEffect">
                                  <p:stCondLst>
                                    <p:cond delay="0"/>
                                  </p:stCondLst>
                                  <p:childTnLst>
                                    <p:set>
                                      <p:cBhvr>
                                        <p:cTn id="12" dur="1" fill="hold">
                                          <p:stCondLst>
                                            <p:cond delay="0"/>
                                          </p:stCondLst>
                                        </p:cTn>
                                        <p:tgtEl>
                                          <p:spTgt spid="165"/>
                                        </p:tgtEl>
                                        <p:attrNameLst>
                                          <p:attrName>style.visibility</p:attrName>
                                        </p:attrNameLst>
                                      </p:cBhvr>
                                      <p:to>
                                        <p:strVal val="visible"/>
                                      </p:to>
                                    </p:set>
                                    <p:animEffect transition="in" filter="wipe(down)">
                                      <p:cBhvr>
                                        <p:cTn id="13" dur="580">
                                          <p:stCondLst>
                                            <p:cond delay="0"/>
                                          </p:stCondLst>
                                        </p:cTn>
                                        <p:tgtEl>
                                          <p:spTgt spid="165"/>
                                        </p:tgtEl>
                                      </p:cBhvr>
                                    </p:animEffect>
                                    <p:anim calcmode="lin" valueType="num">
                                      <p:cBhvr>
                                        <p:cTn id="14" dur="1822" tmFilter="0,0; 0.14,0.36; 0.43,0.73; 0.71,0.91; 1.0,1.0">
                                          <p:stCondLst>
                                            <p:cond delay="0"/>
                                          </p:stCondLst>
                                        </p:cTn>
                                        <p:tgtEl>
                                          <p:spTgt spid="165"/>
                                        </p:tgtEl>
                                        <p:attrNameLst>
                                          <p:attrName>ppt_x</p:attrName>
                                        </p:attrNameLst>
                                      </p:cBhvr>
                                      <p:tavLst>
                                        <p:tav tm="0">
                                          <p:val>
                                            <p:strVal val="#ppt_x-0.25"/>
                                          </p:val>
                                        </p:tav>
                                        <p:tav tm="100000">
                                          <p:val>
                                            <p:strVal val="#ppt_x"/>
                                          </p:val>
                                        </p:tav>
                                      </p:tavLst>
                                    </p:anim>
                                    <p:anim calcmode="lin" valueType="num">
                                      <p:cBhvr>
                                        <p:cTn id="15" dur="664" tmFilter="0.0,0.0; 0.25,0.07; 0.50,0.2; 0.75,0.467; 1.0,1.0">
                                          <p:stCondLst>
                                            <p:cond delay="0"/>
                                          </p:stCondLst>
                                        </p:cTn>
                                        <p:tgtEl>
                                          <p:spTgt spid="165"/>
                                        </p:tgtEl>
                                        <p:attrNameLst>
                                          <p:attrName>ppt_y</p:attrName>
                                        </p:attrNameLst>
                                      </p:cBhvr>
                                      <p:tavLst>
                                        <p:tav tm="0" fmla="#ppt_y-sin(pi*$)/3">
                                          <p:val>
                                            <p:fltVal val="0.5"/>
                                          </p:val>
                                        </p:tav>
                                        <p:tav tm="100000">
                                          <p:val>
                                            <p:fltVal val="1"/>
                                          </p:val>
                                        </p:tav>
                                      </p:tavLst>
                                    </p:anim>
                                    <p:anim calcmode="lin" valueType="num">
                                      <p:cBhvr>
                                        <p:cTn id="16" dur="664" tmFilter="0, 0; 0.125,0.2665; 0.25,0.4; 0.375,0.465; 0.5,0.5;  0.625,0.535; 0.75,0.6; 0.875,0.7335; 1,1">
                                          <p:stCondLst>
                                            <p:cond delay="664"/>
                                          </p:stCondLst>
                                        </p:cTn>
                                        <p:tgtEl>
                                          <p:spTgt spid="165"/>
                                        </p:tgtEl>
                                        <p:attrNameLst>
                                          <p:attrName>ppt_y</p:attrName>
                                        </p:attrNameLst>
                                      </p:cBhvr>
                                      <p:tavLst>
                                        <p:tav tm="0" fmla="#ppt_y-sin(pi*$)/9">
                                          <p:val>
                                            <p:fltVal val="0"/>
                                          </p:val>
                                        </p:tav>
                                        <p:tav tm="100000">
                                          <p:val>
                                            <p:fltVal val="1"/>
                                          </p:val>
                                        </p:tav>
                                      </p:tavLst>
                                    </p:anim>
                                    <p:anim calcmode="lin" valueType="num">
                                      <p:cBhvr>
                                        <p:cTn id="17" dur="332" tmFilter="0, 0; 0.125,0.2665; 0.25,0.4; 0.375,0.465; 0.5,0.5;  0.625,0.535; 0.75,0.6; 0.875,0.7335; 1,1">
                                          <p:stCondLst>
                                            <p:cond delay="1324"/>
                                          </p:stCondLst>
                                        </p:cTn>
                                        <p:tgtEl>
                                          <p:spTgt spid="165"/>
                                        </p:tgtEl>
                                        <p:attrNameLst>
                                          <p:attrName>ppt_y</p:attrName>
                                        </p:attrNameLst>
                                      </p:cBhvr>
                                      <p:tavLst>
                                        <p:tav tm="0" fmla="#ppt_y-sin(pi*$)/27">
                                          <p:val>
                                            <p:fltVal val="0"/>
                                          </p:val>
                                        </p:tav>
                                        <p:tav tm="100000">
                                          <p:val>
                                            <p:fltVal val="1"/>
                                          </p:val>
                                        </p:tav>
                                      </p:tavLst>
                                    </p:anim>
                                    <p:anim calcmode="lin" valueType="num">
                                      <p:cBhvr>
                                        <p:cTn id="18" dur="164" tmFilter="0, 0; 0.125,0.2665; 0.25,0.4; 0.375,0.465; 0.5,0.5;  0.625,0.535; 0.75,0.6; 0.875,0.7335; 1,1">
                                          <p:stCondLst>
                                            <p:cond delay="1656"/>
                                          </p:stCondLst>
                                        </p:cTn>
                                        <p:tgtEl>
                                          <p:spTgt spid="165"/>
                                        </p:tgtEl>
                                        <p:attrNameLst>
                                          <p:attrName>ppt_y</p:attrName>
                                        </p:attrNameLst>
                                      </p:cBhvr>
                                      <p:tavLst>
                                        <p:tav tm="0" fmla="#ppt_y-sin(pi*$)/81">
                                          <p:val>
                                            <p:fltVal val="0"/>
                                          </p:val>
                                        </p:tav>
                                        <p:tav tm="100000">
                                          <p:val>
                                            <p:fltVal val="1"/>
                                          </p:val>
                                        </p:tav>
                                      </p:tavLst>
                                    </p:anim>
                                    <p:animScale>
                                      <p:cBhvr>
                                        <p:cTn id="19" dur="26">
                                          <p:stCondLst>
                                            <p:cond delay="650"/>
                                          </p:stCondLst>
                                        </p:cTn>
                                        <p:tgtEl>
                                          <p:spTgt spid="165"/>
                                        </p:tgtEl>
                                      </p:cBhvr>
                                      <p:to x="100000" y="60000"/>
                                    </p:animScale>
                                    <p:animScale>
                                      <p:cBhvr>
                                        <p:cTn id="20" dur="166" decel="50000">
                                          <p:stCondLst>
                                            <p:cond delay="676"/>
                                          </p:stCondLst>
                                        </p:cTn>
                                        <p:tgtEl>
                                          <p:spTgt spid="165"/>
                                        </p:tgtEl>
                                      </p:cBhvr>
                                      <p:to x="100000" y="100000"/>
                                    </p:animScale>
                                    <p:animScale>
                                      <p:cBhvr>
                                        <p:cTn id="21" dur="26">
                                          <p:stCondLst>
                                            <p:cond delay="1312"/>
                                          </p:stCondLst>
                                        </p:cTn>
                                        <p:tgtEl>
                                          <p:spTgt spid="165"/>
                                        </p:tgtEl>
                                      </p:cBhvr>
                                      <p:to x="100000" y="80000"/>
                                    </p:animScale>
                                    <p:animScale>
                                      <p:cBhvr>
                                        <p:cTn id="22" dur="166" decel="50000">
                                          <p:stCondLst>
                                            <p:cond delay="1338"/>
                                          </p:stCondLst>
                                        </p:cTn>
                                        <p:tgtEl>
                                          <p:spTgt spid="165"/>
                                        </p:tgtEl>
                                      </p:cBhvr>
                                      <p:to x="100000" y="100000"/>
                                    </p:animScale>
                                    <p:animScale>
                                      <p:cBhvr>
                                        <p:cTn id="23" dur="26">
                                          <p:stCondLst>
                                            <p:cond delay="1642"/>
                                          </p:stCondLst>
                                        </p:cTn>
                                        <p:tgtEl>
                                          <p:spTgt spid="165"/>
                                        </p:tgtEl>
                                      </p:cBhvr>
                                      <p:to x="100000" y="90000"/>
                                    </p:animScale>
                                    <p:animScale>
                                      <p:cBhvr>
                                        <p:cTn id="24" dur="166" decel="50000">
                                          <p:stCondLst>
                                            <p:cond delay="1668"/>
                                          </p:stCondLst>
                                        </p:cTn>
                                        <p:tgtEl>
                                          <p:spTgt spid="165"/>
                                        </p:tgtEl>
                                      </p:cBhvr>
                                      <p:to x="100000" y="100000"/>
                                    </p:animScale>
                                    <p:animScale>
                                      <p:cBhvr>
                                        <p:cTn id="25" dur="26">
                                          <p:stCondLst>
                                            <p:cond delay="1808"/>
                                          </p:stCondLst>
                                        </p:cTn>
                                        <p:tgtEl>
                                          <p:spTgt spid="165"/>
                                        </p:tgtEl>
                                      </p:cBhvr>
                                      <p:to x="100000" y="95000"/>
                                    </p:animScale>
                                    <p:animScale>
                                      <p:cBhvr>
                                        <p:cTn id="26" dur="166" decel="50000">
                                          <p:stCondLst>
                                            <p:cond delay="1834"/>
                                          </p:stCondLst>
                                        </p:cTn>
                                        <p:tgtEl>
                                          <p:spTgt spid="165"/>
                                        </p:tgtEl>
                                      </p:cBhvr>
                                      <p:to x="100000" y="100000"/>
                                    </p:animScale>
                                  </p:childTnLst>
                                </p:cTn>
                              </p:par>
                            </p:childTnLst>
                          </p:cTn>
                        </p:par>
                      </p:childTnLst>
                    </p:cTn>
                  </p:par>
                  <p:par>
                    <p:cTn id="27" fill="hold">
                      <p:stCondLst>
                        <p:cond delay="indefinite"/>
                      </p:stCondLst>
                      <p:childTnLst>
                        <p:par>
                          <p:cTn id="28" fill="hold">
                            <p:stCondLst>
                              <p:cond delay="0"/>
                            </p:stCondLst>
                            <p:childTnLst>
                              <p:par>
                                <p:cTn id="29" presetID="42" presetClass="entr" presetSubtype="0" fill="hold" grpId="0" nodeType="clickEffect">
                                  <p:stCondLst>
                                    <p:cond delay="0"/>
                                  </p:stCondLst>
                                  <p:childTnLst>
                                    <p:set>
                                      <p:cBhvr>
                                        <p:cTn id="30" dur="1" fill="hold">
                                          <p:stCondLst>
                                            <p:cond delay="0"/>
                                          </p:stCondLst>
                                        </p:cTn>
                                        <p:tgtEl>
                                          <p:spTgt spid="161"/>
                                        </p:tgtEl>
                                        <p:attrNameLst>
                                          <p:attrName>style.visibility</p:attrName>
                                        </p:attrNameLst>
                                      </p:cBhvr>
                                      <p:to>
                                        <p:strVal val="visible"/>
                                      </p:to>
                                    </p:set>
                                    <p:animEffect transition="in" filter="fade">
                                      <p:cBhvr>
                                        <p:cTn id="31" dur="1000"/>
                                        <p:tgtEl>
                                          <p:spTgt spid="161"/>
                                        </p:tgtEl>
                                      </p:cBhvr>
                                    </p:animEffect>
                                    <p:anim calcmode="lin" valueType="num">
                                      <p:cBhvr>
                                        <p:cTn id="32" dur="1000" fill="hold"/>
                                        <p:tgtEl>
                                          <p:spTgt spid="161"/>
                                        </p:tgtEl>
                                        <p:attrNameLst>
                                          <p:attrName>ppt_x</p:attrName>
                                        </p:attrNameLst>
                                      </p:cBhvr>
                                      <p:tavLst>
                                        <p:tav tm="0">
                                          <p:val>
                                            <p:strVal val="#ppt_x"/>
                                          </p:val>
                                        </p:tav>
                                        <p:tav tm="100000">
                                          <p:val>
                                            <p:strVal val="#ppt_x"/>
                                          </p:val>
                                        </p:tav>
                                      </p:tavLst>
                                    </p:anim>
                                    <p:anim calcmode="lin" valueType="num">
                                      <p:cBhvr>
                                        <p:cTn id="33" dur="1000" fill="hold"/>
                                        <p:tgtEl>
                                          <p:spTgt spid="161"/>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162"/>
                                        </p:tgtEl>
                                        <p:attrNameLst>
                                          <p:attrName>style.visibility</p:attrName>
                                        </p:attrNameLst>
                                      </p:cBhvr>
                                      <p:to>
                                        <p:strVal val="visible"/>
                                      </p:to>
                                    </p:set>
                                    <p:animEffect transition="in" filter="fade">
                                      <p:cBhvr>
                                        <p:cTn id="38" dur="1000"/>
                                        <p:tgtEl>
                                          <p:spTgt spid="162"/>
                                        </p:tgtEl>
                                      </p:cBhvr>
                                    </p:animEffect>
                                    <p:anim calcmode="lin" valueType="num">
                                      <p:cBhvr>
                                        <p:cTn id="39" dur="1000" fill="hold"/>
                                        <p:tgtEl>
                                          <p:spTgt spid="162"/>
                                        </p:tgtEl>
                                        <p:attrNameLst>
                                          <p:attrName>ppt_x</p:attrName>
                                        </p:attrNameLst>
                                      </p:cBhvr>
                                      <p:tavLst>
                                        <p:tav tm="0">
                                          <p:val>
                                            <p:strVal val="#ppt_x"/>
                                          </p:val>
                                        </p:tav>
                                        <p:tav tm="100000">
                                          <p:val>
                                            <p:strVal val="#ppt_x"/>
                                          </p:val>
                                        </p:tav>
                                      </p:tavLst>
                                    </p:anim>
                                    <p:anim calcmode="lin" valueType="num">
                                      <p:cBhvr>
                                        <p:cTn id="40" dur="1000" fill="hold"/>
                                        <p:tgtEl>
                                          <p:spTgt spid="162"/>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42" presetClass="entr" presetSubtype="0" fill="hold" grpId="0" nodeType="clickEffect">
                                  <p:stCondLst>
                                    <p:cond delay="0"/>
                                  </p:stCondLst>
                                  <p:childTnLst>
                                    <p:set>
                                      <p:cBhvr>
                                        <p:cTn id="44" dur="1" fill="hold">
                                          <p:stCondLst>
                                            <p:cond delay="0"/>
                                          </p:stCondLst>
                                        </p:cTn>
                                        <p:tgtEl>
                                          <p:spTgt spid="163"/>
                                        </p:tgtEl>
                                        <p:attrNameLst>
                                          <p:attrName>style.visibility</p:attrName>
                                        </p:attrNameLst>
                                      </p:cBhvr>
                                      <p:to>
                                        <p:strVal val="visible"/>
                                      </p:to>
                                    </p:set>
                                    <p:animEffect transition="in" filter="fade">
                                      <p:cBhvr>
                                        <p:cTn id="45" dur="1000"/>
                                        <p:tgtEl>
                                          <p:spTgt spid="163"/>
                                        </p:tgtEl>
                                      </p:cBhvr>
                                    </p:animEffect>
                                    <p:anim calcmode="lin" valueType="num">
                                      <p:cBhvr>
                                        <p:cTn id="46" dur="1000" fill="hold"/>
                                        <p:tgtEl>
                                          <p:spTgt spid="163"/>
                                        </p:tgtEl>
                                        <p:attrNameLst>
                                          <p:attrName>ppt_x</p:attrName>
                                        </p:attrNameLst>
                                      </p:cBhvr>
                                      <p:tavLst>
                                        <p:tav tm="0">
                                          <p:val>
                                            <p:strVal val="#ppt_x"/>
                                          </p:val>
                                        </p:tav>
                                        <p:tav tm="100000">
                                          <p:val>
                                            <p:strVal val="#ppt_x"/>
                                          </p:val>
                                        </p:tav>
                                      </p:tavLst>
                                    </p:anim>
                                    <p:anim calcmode="lin" valueType="num">
                                      <p:cBhvr>
                                        <p:cTn id="47" dur="1000" fill="hold"/>
                                        <p:tgtEl>
                                          <p:spTgt spid="16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 grpId="0"/>
      <p:bldP spid="162" grpId="0"/>
      <p:bldP spid="163" grpId="0"/>
      <p:bldP spid="164" grpId="0"/>
      <p:bldP spid="16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1" name="Google Shape;171;p17"/>
          <p:cNvSpPr txBox="1"/>
          <p:nvPr/>
        </p:nvSpPr>
        <p:spPr>
          <a:xfrm>
            <a:off x="4027763" y="729615"/>
            <a:ext cx="3057144" cy="1026139"/>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vi-VN" sz="2400">
                <a:ln w="0"/>
                <a:solidFill>
                  <a:schemeClr val="accent1"/>
                </a:solidFill>
                <a:effectLst>
                  <a:outerShdw blurRad="38100" dist="25400" dir="5400000" algn="ctr" rotWithShape="0">
                    <a:srgbClr val="6E747A">
                      <a:alpha val="43000"/>
                    </a:srgbClr>
                  </a:outerShdw>
                </a:effectLst>
                <a:latin typeface="Merriweather"/>
                <a:ea typeface="Merriweather"/>
                <a:cs typeface="Merriweather"/>
                <a:sym typeface="Merriweather"/>
              </a:rPr>
              <a:t>Một số ứng dụng khác </a:t>
            </a:r>
            <a:endParaRPr sz="2400">
              <a:ln w="0"/>
              <a:solidFill>
                <a:schemeClr val="accent1"/>
              </a:solidFill>
              <a:effectLst>
                <a:outerShdw blurRad="38100" dist="25400" dir="5400000" algn="ctr" rotWithShape="0">
                  <a:srgbClr val="6E747A">
                    <a:alpha val="43000"/>
                  </a:srgbClr>
                </a:outerShdw>
              </a:effectLst>
              <a:latin typeface="Merriweather"/>
              <a:ea typeface="Merriweather"/>
              <a:cs typeface="Merriweather"/>
              <a:sym typeface="Merriweather"/>
            </a:endParaRPr>
          </a:p>
        </p:txBody>
      </p:sp>
      <p:sp>
        <p:nvSpPr>
          <p:cNvPr id="173" name="Google Shape;173;p17"/>
          <p:cNvSpPr txBox="1"/>
          <p:nvPr/>
        </p:nvSpPr>
        <p:spPr>
          <a:xfrm>
            <a:off x="3390600" y="1968575"/>
            <a:ext cx="5208900" cy="760500"/>
          </a:xfrm>
          <a:prstGeom prst="rect">
            <a:avLst/>
          </a:prstGeom>
          <a:noFill/>
          <a:ln>
            <a:noFill/>
          </a:ln>
        </p:spPr>
        <p:txBody>
          <a:bodyPr spcFirstLastPara="1" wrap="square" lIns="91425" tIns="91425" rIns="91425" bIns="91425" anchor="ctr" anchorCtr="0">
            <a:noAutofit/>
          </a:bodyPr>
          <a:lstStyle/>
          <a:p>
            <a:pPr lvl="0">
              <a:lnSpc>
                <a:spcPct val="115000"/>
              </a:lnSpc>
            </a:pPr>
            <a:r>
              <a:rPr lang="vi-VN" sz="1210">
                <a:latin typeface="Merriweather Sans Light"/>
                <a:ea typeface="Merriweather Sans Light"/>
                <a:cs typeface="Merriweather Sans Light"/>
                <a:sym typeface="Merriweather Sans Light"/>
              </a:rPr>
              <a:t>Cải thiện hiệu suất của các thiết bị điện tử : Ngăn chặn các tần số cao không mong muốn, giúp cải thiện hiệu suất và độ bền của thiết bị.</a:t>
            </a:r>
            <a:endParaRPr sz="1210">
              <a:solidFill>
                <a:srgbClr val="000000"/>
              </a:solidFill>
              <a:latin typeface="Merriweather Sans Light"/>
              <a:ea typeface="Merriweather Sans Light"/>
              <a:cs typeface="Merriweather Sans Light"/>
              <a:sym typeface="Merriweather Sans Light"/>
            </a:endParaRPr>
          </a:p>
        </p:txBody>
      </p:sp>
      <p:sp>
        <p:nvSpPr>
          <p:cNvPr id="174" name="Google Shape;174;p17"/>
          <p:cNvSpPr txBox="1"/>
          <p:nvPr/>
        </p:nvSpPr>
        <p:spPr>
          <a:xfrm>
            <a:off x="3390600" y="2729075"/>
            <a:ext cx="5208900" cy="760500"/>
          </a:xfrm>
          <a:prstGeom prst="rect">
            <a:avLst/>
          </a:prstGeom>
          <a:noFill/>
          <a:ln>
            <a:noFill/>
          </a:ln>
        </p:spPr>
        <p:txBody>
          <a:bodyPr spcFirstLastPara="1" wrap="square" lIns="91425" tIns="91425" rIns="91425" bIns="91425" anchor="ctr" anchorCtr="0">
            <a:noAutofit/>
          </a:bodyPr>
          <a:lstStyle/>
          <a:p>
            <a:pPr lvl="0">
              <a:lnSpc>
                <a:spcPct val="115000"/>
              </a:lnSpc>
            </a:pPr>
            <a:r>
              <a:rPr lang="vi-VN" sz="1210">
                <a:latin typeface="Merriweather Sans Light"/>
                <a:ea typeface="Merriweather Sans Light"/>
                <a:cs typeface="Merriweather Sans Light"/>
                <a:sym typeface="Merriweather Sans Light"/>
              </a:rPr>
              <a:t>Ứng dụng cho cảm biến : Loại bỏ nhiễu cao tần từ tín hiệu cảm biến trong các hệ thống đo lường và điều khiển.</a:t>
            </a:r>
            <a:endParaRPr sz="1210">
              <a:solidFill>
                <a:srgbClr val="000000"/>
              </a:solidFill>
              <a:latin typeface="Merriweather Sans Light"/>
              <a:ea typeface="Merriweather Sans Light"/>
              <a:cs typeface="Merriweather Sans Light"/>
              <a:sym typeface="Merriweather Sans Light"/>
            </a:endParaRPr>
          </a:p>
        </p:txBody>
      </p:sp>
      <p:sp>
        <p:nvSpPr>
          <p:cNvPr id="175" name="Google Shape;175;p17"/>
          <p:cNvSpPr txBox="1"/>
          <p:nvPr/>
        </p:nvSpPr>
        <p:spPr>
          <a:xfrm>
            <a:off x="3390600" y="3489575"/>
            <a:ext cx="5208900" cy="1007918"/>
          </a:xfrm>
          <a:prstGeom prst="rect">
            <a:avLst/>
          </a:prstGeom>
          <a:noFill/>
          <a:ln>
            <a:noFill/>
          </a:ln>
        </p:spPr>
        <p:txBody>
          <a:bodyPr spcFirstLastPara="1" wrap="square" lIns="91425" tIns="91425" rIns="91425" bIns="91425" anchor="ctr" anchorCtr="0">
            <a:noAutofit/>
          </a:bodyPr>
          <a:lstStyle/>
          <a:p>
            <a:pPr lvl="0">
              <a:lnSpc>
                <a:spcPct val="115000"/>
              </a:lnSpc>
            </a:pPr>
            <a:r>
              <a:rPr lang="vi-VN" sz="1210">
                <a:latin typeface="Merriweather Sans Light"/>
                <a:ea typeface="Merriweather Sans Light"/>
                <a:cs typeface="Merriweather Sans Light"/>
                <a:sym typeface="Merriweather Sans Light"/>
              </a:rPr>
              <a:t>Ứng dụng trong y tế : Trong các thiết bị y tế như máy đo điện tim (ECG) và máy đo điện não (EEG), LPF được sử dụng để lọc bỏ nhiễu tần số cao, giúp các bác sĩ dễ dàng phân tích và chẩn đoán tình trạng của bệnh nhân.</a:t>
            </a:r>
            <a:endParaRPr sz="1210">
              <a:solidFill>
                <a:srgbClr val="000000"/>
              </a:solidFill>
              <a:latin typeface="Merriweather Sans Light"/>
              <a:ea typeface="Merriweather Sans Light"/>
              <a:cs typeface="Merriweather Sans Light"/>
              <a:sym typeface="Merriweather Sans Light"/>
            </a:endParaRPr>
          </a:p>
        </p:txBody>
      </p:sp>
      <p:pic>
        <p:nvPicPr>
          <p:cNvPr id="4098" name="Picture 2" descr="https://png.pngtree.com/thumb_back/fw800/background/20221206/pngtree-modern-digital-music-background-image_1494089.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rot="5400000">
            <a:off x="-916243" y="915097"/>
            <a:ext cx="5144644" cy="331215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160E2450-5E0F-30CB-CEA0-4790ACA6BC09}"/>
              </a:ext>
            </a:extLst>
          </p:cNvPr>
          <p:cNvSpPr txBox="1"/>
          <p:nvPr/>
        </p:nvSpPr>
        <p:spPr>
          <a:xfrm>
            <a:off x="8711959" y="4681835"/>
            <a:ext cx="305660" cy="461665"/>
          </a:xfrm>
          <a:prstGeom prst="rect">
            <a:avLst/>
          </a:prstGeom>
          <a:noFill/>
        </p:spPr>
        <p:txBody>
          <a:bodyPr wrap="square" rtlCol="0">
            <a:spAutoFit/>
          </a:bodyPr>
          <a:lstStyle/>
          <a:p>
            <a:r>
              <a:rPr lang="vi-VN" sz="1200"/>
              <a:t>4</a:t>
            </a:r>
          </a:p>
          <a:p>
            <a:endParaRPr lang="vi-VN" sz="1200"/>
          </a:p>
        </p:txBody>
      </p:sp>
    </p:spTree>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171"/>
                                        </p:tgtEl>
                                        <p:attrNameLst>
                                          <p:attrName>style.visibility</p:attrName>
                                        </p:attrNameLst>
                                      </p:cBhvr>
                                      <p:to>
                                        <p:strVal val="visible"/>
                                      </p:to>
                                    </p:set>
                                    <p:anim calcmode="lin" valueType="num">
                                      <p:cBhvr>
                                        <p:cTn id="7" dur="1000" fill="hold"/>
                                        <p:tgtEl>
                                          <p:spTgt spid="171"/>
                                        </p:tgtEl>
                                        <p:attrNameLst>
                                          <p:attrName>ppt_w</p:attrName>
                                        </p:attrNameLst>
                                      </p:cBhvr>
                                      <p:tavLst>
                                        <p:tav tm="0">
                                          <p:val>
                                            <p:fltVal val="0"/>
                                          </p:val>
                                        </p:tav>
                                        <p:tav tm="100000">
                                          <p:val>
                                            <p:strVal val="#ppt_w"/>
                                          </p:val>
                                        </p:tav>
                                      </p:tavLst>
                                    </p:anim>
                                    <p:anim calcmode="lin" valueType="num">
                                      <p:cBhvr>
                                        <p:cTn id="8" dur="1000" fill="hold"/>
                                        <p:tgtEl>
                                          <p:spTgt spid="171"/>
                                        </p:tgtEl>
                                        <p:attrNameLst>
                                          <p:attrName>ppt_h</p:attrName>
                                        </p:attrNameLst>
                                      </p:cBhvr>
                                      <p:tavLst>
                                        <p:tav tm="0">
                                          <p:val>
                                            <p:fltVal val="0"/>
                                          </p:val>
                                        </p:tav>
                                        <p:tav tm="100000">
                                          <p:val>
                                            <p:strVal val="#ppt_h"/>
                                          </p:val>
                                        </p:tav>
                                      </p:tavLst>
                                    </p:anim>
                                    <p:anim calcmode="lin" valueType="num">
                                      <p:cBhvr>
                                        <p:cTn id="9" dur="1000" fill="hold"/>
                                        <p:tgtEl>
                                          <p:spTgt spid="171"/>
                                        </p:tgtEl>
                                        <p:attrNameLst>
                                          <p:attrName>style.rotation</p:attrName>
                                        </p:attrNameLst>
                                      </p:cBhvr>
                                      <p:tavLst>
                                        <p:tav tm="0">
                                          <p:val>
                                            <p:fltVal val="90"/>
                                          </p:val>
                                        </p:tav>
                                        <p:tav tm="100000">
                                          <p:val>
                                            <p:fltVal val="0"/>
                                          </p:val>
                                        </p:tav>
                                      </p:tavLst>
                                    </p:anim>
                                    <p:animEffect transition="in" filter="fade">
                                      <p:cBhvr>
                                        <p:cTn id="10" dur="1000"/>
                                        <p:tgtEl>
                                          <p:spTgt spid="171"/>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173"/>
                                        </p:tgtEl>
                                        <p:attrNameLst>
                                          <p:attrName>style.visibility</p:attrName>
                                        </p:attrNameLst>
                                      </p:cBhvr>
                                      <p:to>
                                        <p:strVal val="visible"/>
                                      </p:to>
                                    </p:set>
                                    <p:animEffect transition="in" filter="wipe(down)">
                                      <p:cBhvr>
                                        <p:cTn id="15" dur="500"/>
                                        <p:tgtEl>
                                          <p:spTgt spid="173"/>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174"/>
                                        </p:tgtEl>
                                        <p:attrNameLst>
                                          <p:attrName>style.visibility</p:attrName>
                                        </p:attrNameLst>
                                      </p:cBhvr>
                                      <p:to>
                                        <p:strVal val="visible"/>
                                      </p:to>
                                    </p:set>
                                    <p:animEffect transition="in" filter="wipe(down)">
                                      <p:cBhvr>
                                        <p:cTn id="20" dur="500"/>
                                        <p:tgtEl>
                                          <p:spTgt spid="174"/>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175"/>
                                        </p:tgtEl>
                                        <p:attrNameLst>
                                          <p:attrName>style.visibility</p:attrName>
                                        </p:attrNameLst>
                                      </p:cBhvr>
                                      <p:to>
                                        <p:strVal val="visible"/>
                                      </p:to>
                                    </p:set>
                                    <p:animEffect transition="in" filter="wipe(down)">
                                      <p:cBhvr>
                                        <p:cTn id="25" dur="500"/>
                                        <p:tgtEl>
                                          <p:spTgt spid="1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1" grpId="0"/>
      <p:bldP spid="173" grpId="0"/>
      <p:bldP spid="174" grpId="0"/>
      <p:bldP spid="17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1" name="Google Shape;181;p18"/>
          <p:cNvSpPr txBox="1"/>
          <p:nvPr/>
        </p:nvSpPr>
        <p:spPr>
          <a:xfrm>
            <a:off x="182699" y="1794075"/>
            <a:ext cx="3810094" cy="1484622"/>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vi-VN" sz="3010">
                <a:solidFill>
                  <a:srgbClr val="FFFFFF"/>
                </a:solidFill>
                <a:latin typeface="Merriweather"/>
                <a:ea typeface="Merriweather"/>
                <a:cs typeface="Merriweather"/>
                <a:sym typeface="Merriweather"/>
              </a:rPr>
              <a:t>Công thức của lọc LPF</a:t>
            </a:r>
            <a:endParaRPr sz="3010">
              <a:solidFill>
                <a:srgbClr val="FFFFFF"/>
              </a:solidFill>
              <a:latin typeface="Merriweather"/>
              <a:ea typeface="Merriweather"/>
              <a:cs typeface="Merriweather"/>
              <a:sym typeface="Merriweather"/>
            </a:endParaRPr>
          </a:p>
        </p:txBody>
      </p:sp>
      <mc:AlternateContent xmlns:mc="http://schemas.openxmlformats.org/markup-compatibility/2006" xmlns:a14="http://schemas.microsoft.com/office/drawing/2010/main">
        <mc:Choice Requires="a14">
          <p:sp>
            <p:nvSpPr>
              <p:cNvPr id="2" name="Rectangle 1"/>
              <p:cNvSpPr/>
              <p:nvPr/>
            </p:nvSpPr>
            <p:spPr>
              <a:xfrm>
                <a:off x="5105475" y="412813"/>
                <a:ext cx="3075586" cy="290849"/>
              </a:xfrm>
              <a:prstGeom prst="rect">
                <a:avLst/>
              </a:prstGeom>
            </p:spPr>
            <p:txBody>
              <a:bodyPr wrap="none">
                <a:spAutoFit/>
              </a:bodyPr>
              <a:lstStyle/>
              <a:p>
                <a:pPr algn="just">
                  <a:lnSpc>
                    <a:spcPct val="115000"/>
                  </a:lnSpc>
                  <a:spcAft>
                    <a:spcPts val="800"/>
                  </a:spcAft>
                </a:pPr>
                <a:r>
                  <a:rPr lang="vi-VN" sz="1200" kern="100">
                    <a:latin typeface="Times New Roman" panose="02020603050405020304" pitchFamily="18" charset="0"/>
                    <a:ea typeface="Arial" panose="020B0604020202020204" pitchFamily="34" charset="0"/>
                    <a:cs typeface="Times New Roman" panose="02020603050405020304" pitchFamily="18" charset="0"/>
                  </a:rPr>
                  <a:t>y(n) = </a:t>
                </a:r>
                <a14:m>
                  <m:oMath xmlns:m="http://schemas.openxmlformats.org/officeDocument/2006/math">
                    <m:nary>
                      <m:naryPr>
                        <m:chr m:val="∑"/>
                        <m:limLoc m:val="undOvr"/>
                        <m:ctrlPr>
                          <a:rPr lang="en-US" sz="1200" i="1" kern="100">
                            <a:latin typeface="Cambria Math" panose="02040503050406030204" pitchFamily="18" charset="0"/>
                            <a:ea typeface="Arial" panose="020B0604020202020204" pitchFamily="34" charset="0"/>
                            <a:cs typeface="Times New Roman" panose="02020603050405020304" pitchFamily="18" charset="0"/>
                          </a:rPr>
                        </m:ctrlPr>
                      </m:naryPr>
                      <m:sub>
                        <m:r>
                          <a:rPr lang="vi-VN" sz="1200" i="1" kern="100">
                            <a:latin typeface="Cambria Math" panose="02040503050406030204" pitchFamily="18" charset="0"/>
                            <a:ea typeface="Arial" panose="020B0604020202020204" pitchFamily="34" charset="0"/>
                            <a:cs typeface="Times New Roman" panose="02020603050405020304" pitchFamily="18" charset="0"/>
                          </a:rPr>
                          <m:t>𝑟</m:t>
                        </m:r>
                        <m:r>
                          <a:rPr lang="vi-VN" sz="1200" i="1" kern="100">
                            <a:latin typeface="Cambria Math" panose="02040503050406030204" pitchFamily="18" charset="0"/>
                            <a:ea typeface="Arial" panose="020B0604020202020204" pitchFamily="34" charset="0"/>
                            <a:cs typeface="Times New Roman" panose="02020603050405020304" pitchFamily="18" charset="0"/>
                          </a:rPr>
                          <m:t>=0 </m:t>
                        </m:r>
                      </m:sub>
                      <m:sup>
                        <m:r>
                          <a:rPr lang="vi-VN" sz="1200" i="1" kern="100">
                            <a:latin typeface="Cambria Math" panose="02040503050406030204" pitchFamily="18" charset="0"/>
                            <a:ea typeface="Arial" panose="020B0604020202020204" pitchFamily="34" charset="0"/>
                            <a:cs typeface="Times New Roman" panose="02020603050405020304" pitchFamily="18" charset="0"/>
                          </a:rPr>
                          <m:t>𝑀</m:t>
                        </m:r>
                      </m:sup>
                      <m:e>
                        <m:sSub>
                          <m:sSubPr>
                            <m:ctrlPr>
                              <a:rPr lang="en-US" sz="1200" i="1" kern="100">
                                <a:latin typeface="Cambria Math" panose="02040503050406030204" pitchFamily="18" charset="0"/>
                                <a:ea typeface="Arial" panose="020B0604020202020204" pitchFamily="34" charset="0"/>
                                <a:cs typeface="Times New Roman" panose="02020603050405020304" pitchFamily="18" charset="0"/>
                              </a:rPr>
                            </m:ctrlPr>
                          </m:sSubPr>
                          <m:e>
                            <m:r>
                              <a:rPr lang="vi-VN" sz="1200" i="1" kern="100">
                                <a:latin typeface="Cambria Math" panose="02040503050406030204" pitchFamily="18" charset="0"/>
                                <a:ea typeface="Arial" panose="020B0604020202020204" pitchFamily="34" charset="0"/>
                                <a:cs typeface="Times New Roman" panose="02020603050405020304" pitchFamily="18" charset="0"/>
                              </a:rPr>
                              <m:t>𝑏</m:t>
                            </m:r>
                          </m:e>
                          <m:sub>
                            <m:r>
                              <a:rPr lang="vi-VN" sz="1200" i="1" kern="100">
                                <a:latin typeface="Cambria Math" panose="02040503050406030204" pitchFamily="18" charset="0"/>
                                <a:ea typeface="Arial" panose="020B0604020202020204" pitchFamily="34" charset="0"/>
                                <a:cs typeface="Times New Roman" panose="02020603050405020304" pitchFamily="18" charset="0"/>
                              </a:rPr>
                              <m:t>𝑟</m:t>
                            </m:r>
                          </m:sub>
                        </m:sSub>
                        <m:r>
                          <a:rPr lang="vi-VN" sz="1200" i="1" kern="100">
                            <a:latin typeface="Cambria Math" panose="02040503050406030204" pitchFamily="18" charset="0"/>
                            <a:ea typeface="Arial" panose="020B0604020202020204" pitchFamily="34" charset="0"/>
                            <a:cs typeface="Times New Roman" panose="02020603050405020304" pitchFamily="18" charset="0"/>
                          </a:rPr>
                          <m:t>𝑥</m:t>
                        </m:r>
                        <m:d>
                          <m:dPr>
                            <m:ctrlPr>
                              <a:rPr lang="en-US" sz="1200" i="1" kern="100">
                                <a:latin typeface="Cambria Math" panose="02040503050406030204" pitchFamily="18" charset="0"/>
                                <a:ea typeface="Arial" panose="020B0604020202020204" pitchFamily="34" charset="0"/>
                                <a:cs typeface="Times New Roman" panose="02020603050405020304" pitchFamily="18" charset="0"/>
                              </a:rPr>
                            </m:ctrlPr>
                          </m:dPr>
                          <m:e>
                            <m:r>
                              <a:rPr lang="vi-VN" sz="1200" i="1" kern="100">
                                <a:latin typeface="Cambria Math" panose="02040503050406030204" pitchFamily="18" charset="0"/>
                                <a:ea typeface="Arial" panose="020B0604020202020204" pitchFamily="34" charset="0"/>
                                <a:cs typeface="Times New Roman" panose="02020603050405020304" pitchFamily="18" charset="0"/>
                              </a:rPr>
                              <m:t>𝑛</m:t>
                            </m:r>
                            <m:r>
                              <a:rPr lang="vi-VN" sz="1200" i="1" kern="100">
                                <a:latin typeface="Cambria Math" panose="02040503050406030204" pitchFamily="18" charset="0"/>
                                <a:ea typeface="Arial" panose="020B0604020202020204" pitchFamily="34" charset="0"/>
                                <a:cs typeface="Times New Roman" panose="02020603050405020304" pitchFamily="18" charset="0"/>
                              </a:rPr>
                              <m:t>−</m:t>
                            </m:r>
                            <m:r>
                              <a:rPr lang="vi-VN" sz="1200" i="1" kern="100">
                                <a:latin typeface="Cambria Math" panose="02040503050406030204" pitchFamily="18" charset="0"/>
                                <a:ea typeface="Arial" panose="020B0604020202020204" pitchFamily="34" charset="0"/>
                                <a:cs typeface="Times New Roman" panose="02020603050405020304" pitchFamily="18" charset="0"/>
                              </a:rPr>
                              <m:t>𝑟</m:t>
                            </m:r>
                          </m:e>
                        </m:d>
                        <m:r>
                          <a:rPr lang="vi-VN" sz="1200" i="1" kern="100">
                            <a:latin typeface="Cambria Math" panose="02040503050406030204" pitchFamily="18" charset="0"/>
                            <a:ea typeface="Arial" panose="020B0604020202020204" pitchFamily="34" charset="0"/>
                            <a:cs typeface="Times New Roman" panose="02020603050405020304" pitchFamily="18" charset="0"/>
                          </a:rPr>
                          <m:t>=</m:t>
                        </m:r>
                      </m:e>
                    </m:nary>
                    <m:nary>
                      <m:naryPr>
                        <m:chr m:val="∑"/>
                        <m:limLoc m:val="subSup"/>
                        <m:ctrlPr>
                          <a:rPr lang="en-US" sz="1200" i="1" kern="100">
                            <a:latin typeface="Cambria Math" panose="02040503050406030204" pitchFamily="18" charset="0"/>
                            <a:ea typeface="Arial" panose="020B0604020202020204" pitchFamily="34" charset="0"/>
                            <a:cs typeface="Times New Roman" panose="02020603050405020304" pitchFamily="18" charset="0"/>
                          </a:rPr>
                        </m:ctrlPr>
                      </m:naryPr>
                      <m:sub>
                        <m:r>
                          <a:rPr lang="vi-VN" sz="1200" i="1" kern="100">
                            <a:latin typeface="Cambria Math" panose="02040503050406030204" pitchFamily="18" charset="0"/>
                            <a:ea typeface="Arial" panose="020B0604020202020204" pitchFamily="34" charset="0"/>
                            <a:cs typeface="Times New Roman" panose="02020603050405020304" pitchFamily="18" charset="0"/>
                          </a:rPr>
                          <m:t>𝑟</m:t>
                        </m:r>
                        <m:r>
                          <a:rPr lang="vi-VN" sz="1200" i="1" kern="100">
                            <a:latin typeface="Cambria Math" panose="02040503050406030204" pitchFamily="18" charset="0"/>
                            <a:ea typeface="Arial" panose="020B0604020202020204" pitchFamily="34" charset="0"/>
                            <a:cs typeface="Times New Roman" panose="02020603050405020304" pitchFamily="18" charset="0"/>
                          </a:rPr>
                          <m:t>=0</m:t>
                        </m:r>
                      </m:sub>
                      <m:sup>
                        <m:r>
                          <a:rPr lang="vi-VN" sz="1200" i="1" kern="100">
                            <a:latin typeface="Cambria Math" panose="02040503050406030204" pitchFamily="18" charset="0"/>
                            <a:ea typeface="Arial" panose="020B0604020202020204" pitchFamily="34" charset="0"/>
                            <a:cs typeface="Times New Roman" panose="02020603050405020304" pitchFamily="18" charset="0"/>
                          </a:rPr>
                          <m:t>𝑀</m:t>
                        </m:r>
                      </m:sup>
                      <m:e>
                        <m:r>
                          <a:rPr lang="vi-VN" sz="1200" i="1" kern="100">
                            <a:latin typeface="Cambria Math" panose="02040503050406030204" pitchFamily="18" charset="0"/>
                            <a:ea typeface="Arial" panose="020B0604020202020204" pitchFamily="34" charset="0"/>
                            <a:cs typeface="Times New Roman" panose="02020603050405020304" pitchFamily="18" charset="0"/>
                          </a:rPr>
                          <m:t>h</m:t>
                        </m:r>
                        <m:r>
                          <a:rPr lang="vi-VN" sz="1200" i="1" kern="100">
                            <a:latin typeface="Cambria Math" panose="02040503050406030204" pitchFamily="18" charset="0"/>
                            <a:ea typeface="Arial" panose="020B0604020202020204" pitchFamily="34" charset="0"/>
                            <a:cs typeface="Times New Roman" panose="02020603050405020304" pitchFamily="18" charset="0"/>
                          </a:rPr>
                          <m:t>(</m:t>
                        </m:r>
                        <m:r>
                          <a:rPr lang="vi-VN" sz="1200" i="1" kern="100">
                            <a:latin typeface="Cambria Math" panose="02040503050406030204" pitchFamily="18" charset="0"/>
                            <a:ea typeface="Arial" panose="020B0604020202020204" pitchFamily="34" charset="0"/>
                            <a:cs typeface="Times New Roman" panose="02020603050405020304" pitchFamily="18" charset="0"/>
                          </a:rPr>
                          <m:t>𝑟</m:t>
                        </m:r>
                      </m:e>
                    </m:nary>
                    <m:r>
                      <a:rPr lang="vi-VN" sz="1200" i="1" kern="100">
                        <a:latin typeface="Cambria Math" panose="02040503050406030204" pitchFamily="18" charset="0"/>
                        <a:ea typeface="Arial" panose="020B0604020202020204" pitchFamily="34" charset="0"/>
                        <a:cs typeface="Times New Roman" panose="02020603050405020304" pitchFamily="18" charset="0"/>
                      </a:rPr>
                      <m:t>)</m:t>
                    </m:r>
                    <m:r>
                      <a:rPr lang="vi-VN" sz="1200" i="1" kern="100">
                        <a:latin typeface="Cambria Math" panose="02040503050406030204" pitchFamily="18" charset="0"/>
                        <a:ea typeface="Arial" panose="020B0604020202020204" pitchFamily="34" charset="0"/>
                        <a:cs typeface="Times New Roman" panose="02020603050405020304" pitchFamily="18" charset="0"/>
                      </a:rPr>
                      <m:t>𝑥</m:t>
                    </m:r>
                    <m:r>
                      <a:rPr lang="vi-VN" sz="1200" i="1" kern="100">
                        <a:latin typeface="Cambria Math" panose="02040503050406030204" pitchFamily="18" charset="0"/>
                        <a:ea typeface="Arial" panose="020B0604020202020204" pitchFamily="34" charset="0"/>
                        <a:cs typeface="Times New Roman" panose="02020603050405020304" pitchFamily="18" charset="0"/>
                      </a:rPr>
                      <m:t>(</m:t>
                    </m:r>
                    <m:r>
                      <a:rPr lang="vi-VN" sz="1200" i="1" kern="100">
                        <a:latin typeface="Cambria Math" panose="02040503050406030204" pitchFamily="18" charset="0"/>
                        <a:ea typeface="Arial" panose="020B0604020202020204" pitchFamily="34" charset="0"/>
                        <a:cs typeface="Times New Roman" panose="02020603050405020304" pitchFamily="18" charset="0"/>
                      </a:rPr>
                      <m:t>𝑛</m:t>
                    </m:r>
                    <m:r>
                      <a:rPr lang="vi-VN" sz="1200" i="1" kern="100">
                        <a:latin typeface="Cambria Math" panose="02040503050406030204" pitchFamily="18" charset="0"/>
                        <a:ea typeface="Arial" panose="020B0604020202020204" pitchFamily="34" charset="0"/>
                        <a:cs typeface="Times New Roman" panose="02020603050405020304" pitchFamily="18" charset="0"/>
                      </a:rPr>
                      <m:t>−</m:t>
                    </m:r>
                    <m:r>
                      <a:rPr lang="vi-VN" sz="1200" i="1" kern="100">
                        <a:latin typeface="Cambria Math" panose="02040503050406030204" pitchFamily="18" charset="0"/>
                        <a:ea typeface="Arial" panose="020B0604020202020204" pitchFamily="34" charset="0"/>
                        <a:cs typeface="Times New Roman" panose="02020603050405020304" pitchFamily="18" charset="0"/>
                      </a:rPr>
                      <m:t>𝑟</m:t>
                    </m:r>
                    <m:r>
                      <a:rPr lang="vi-VN" sz="1200" i="1" kern="100">
                        <a:latin typeface="Cambria Math" panose="02040503050406030204" pitchFamily="18" charset="0"/>
                        <a:ea typeface="Arial" panose="020B0604020202020204" pitchFamily="34" charset="0"/>
                        <a:cs typeface="Times New Roman" panose="02020603050405020304" pitchFamily="18" charset="0"/>
                      </a:rPr>
                      <m:t>)</m:t>
                    </m:r>
                  </m:oMath>
                </a14:m>
                <a:endParaRPr lang="en-US" sz="1200" kern="100">
                  <a:latin typeface="Arial" panose="020B0604020202020204" pitchFamily="34" charset="0"/>
                  <a:ea typeface="Arial" panose="020B0604020202020204" pitchFamily="34" charset="0"/>
                  <a:cs typeface="Times New Roman" panose="02020603050405020304" pitchFamily="18" charset="0"/>
                </a:endParaRPr>
              </a:p>
            </p:txBody>
          </p:sp>
        </mc:Choice>
        <mc:Fallback xmlns="">
          <p:sp>
            <p:nvSpPr>
              <p:cNvPr id="2" name="Rectangle 1"/>
              <p:cNvSpPr>
                <a:spLocks noRot="1" noChangeAspect="1" noMove="1" noResize="1" noEditPoints="1" noAdjustHandles="1" noChangeArrowheads="1" noChangeShapeType="1" noTextEdit="1"/>
              </p:cNvSpPr>
              <p:nvPr/>
            </p:nvSpPr>
            <p:spPr>
              <a:xfrm>
                <a:off x="5105475" y="412813"/>
                <a:ext cx="3075586" cy="290849"/>
              </a:xfrm>
              <a:prstGeom prst="rect">
                <a:avLst/>
              </a:prstGeom>
              <a:blipFill>
                <a:blip r:embed="rId3"/>
                <a:stretch>
                  <a:fillRect l="-198" t="-89362" b="-155319"/>
                </a:stretch>
              </a:blipFill>
            </p:spPr>
            <p:txBody>
              <a:bodyPr/>
              <a:lstStyle/>
              <a:p>
                <a:r>
                  <a:rPr lang="en-US">
                    <a:noFill/>
                  </a:rPr>
                  <a:t> </a:t>
                </a:r>
              </a:p>
            </p:txBody>
          </p:sp>
        </mc:Fallback>
      </mc:AlternateContent>
      <p:sp>
        <p:nvSpPr>
          <p:cNvPr id="3" name="TextBox 2"/>
          <p:cNvSpPr txBox="1"/>
          <p:nvPr/>
        </p:nvSpPr>
        <p:spPr>
          <a:xfrm>
            <a:off x="5795595" y="55267"/>
            <a:ext cx="1654065" cy="338554"/>
          </a:xfrm>
          <a:prstGeom prst="rect">
            <a:avLst/>
          </a:prstGeom>
          <a:noFill/>
        </p:spPr>
        <p:txBody>
          <a:bodyPr wrap="square" rtlCol="0">
            <a:spAutoFit/>
          </a:bodyPr>
          <a:lstStyle/>
          <a:p>
            <a:pPr algn="ctr"/>
            <a:r>
              <a:rPr lang="vi-VN" sz="1600" b="1">
                <a:latin typeface="Bahnschrift SemiBold" panose="020B0502040204020203" pitchFamily="34" charset="0"/>
              </a:rPr>
              <a:t>Phương trình </a:t>
            </a:r>
            <a:endParaRPr lang="en-US" sz="1600" b="1">
              <a:latin typeface="Bahnschrift SemiBold" panose="020B0502040204020203" pitchFamily="34" charset="0"/>
            </a:endParaRPr>
          </a:p>
        </p:txBody>
      </p:sp>
      <p:sp>
        <p:nvSpPr>
          <p:cNvPr id="4" name="Rectangle 3"/>
          <p:cNvSpPr/>
          <p:nvPr/>
        </p:nvSpPr>
        <p:spPr>
          <a:xfrm>
            <a:off x="5795595" y="1014837"/>
            <a:ext cx="2255520" cy="304699"/>
          </a:xfrm>
          <a:prstGeom prst="rect">
            <a:avLst/>
          </a:prstGeom>
        </p:spPr>
        <p:txBody>
          <a:bodyPr wrap="square">
            <a:spAutoFit/>
          </a:bodyPr>
          <a:lstStyle/>
          <a:p>
            <a:pPr algn="just">
              <a:lnSpc>
                <a:spcPct val="115000"/>
              </a:lnSpc>
              <a:spcAft>
                <a:spcPts val="800"/>
              </a:spcAft>
            </a:pPr>
            <a:r>
              <a:rPr lang="vi-VN" sz="1200" kern="100">
                <a:latin typeface="Times New Roman" panose="02020603050405020304" pitchFamily="18" charset="0"/>
                <a:ea typeface="Arial" panose="020B0604020202020204" pitchFamily="34" charset="0"/>
                <a:cs typeface="Times New Roman" panose="02020603050405020304" pitchFamily="18" charset="0"/>
              </a:rPr>
              <a:t>h = </a:t>
            </a:r>
            <a:r>
              <a:rPr lang="vi-VN" sz="1200" kern="100">
                <a:latin typeface="Arial" panose="020B0604020202020204" pitchFamily="34" charset="0"/>
                <a:ea typeface="Arial" panose="020B0604020202020204" pitchFamily="34" charset="0"/>
                <a:cs typeface="Times New Roman" panose="02020603050405020304" pitchFamily="18" charset="0"/>
                <a:sym typeface="Symbol" panose="05050102010706020507" pitchFamily="18" charset="2"/>
              </a:rPr>
              <a:t></a:t>
            </a:r>
            <a:r>
              <a:rPr lang="vi-VN" sz="1200" kern="100">
                <a:latin typeface="Times New Roman" panose="02020603050405020304" pitchFamily="18" charset="0"/>
                <a:ea typeface="Arial" panose="020B0604020202020204" pitchFamily="34" charset="0"/>
                <a:cs typeface="Times New Roman" panose="02020603050405020304" pitchFamily="18" charset="0"/>
              </a:rPr>
              <a:t>b</a:t>
            </a:r>
            <a:r>
              <a:rPr lang="vi-VN" sz="1200" kern="100" baseline="-25000">
                <a:latin typeface="Times New Roman" panose="02020603050405020304" pitchFamily="18" charset="0"/>
                <a:ea typeface="Arial" panose="020B0604020202020204" pitchFamily="34" charset="0"/>
                <a:cs typeface="Times New Roman" panose="02020603050405020304" pitchFamily="18" charset="0"/>
              </a:rPr>
              <a:t>0</a:t>
            </a:r>
            <a:r>
              <a:rPr lang="vi-VN" sz="1200" kern="100">
                <a:latin typeface="Times New Roman" panose="02020603050405020304" pitchFamily="18" charset="0"/>
                <a:ea typeface="Arial" panose="020B0604020202020204" pitchFamily="34" charset="0"/>
                <a:cs typeface="Times New Roman" panose="02020603050405020304" pitchFamily="18" charset="0"/>
              </a:rPr>
              <a:t>, b</a:t>
            </a:r>
            <a:r>
              <a:rPr lang="vi-VN" sz="1200" kern="100" baseline="-25000">
                <a:latin typeface="Times New Roman" panose="02020603050405020304" pitchFamily="18" charset="0"/>
                <a:ea typeface="Arial" panose="020B0604020202020204" pitchFamily="34" charset="0"/>
                <a:cs typeface="Times New Roman" panose="02020603050405020304" pitchFamily="18" charset="0"/>
              </a:rPr>
              <a:t>1</a:t>
            </a:r>
            <a:r>
              <a:rPr lang="vi-VN" sz="1200" kern="100">
                <a:latin typeface="Times New Roman" panose="02020603050405020304" pitchFamily="18" charset="0"/>
                <a:ea typeface="Arial" panose="020B0604020202020204" pitchFamily="34" charset="0"/>
                <a:cs typeface="Times New Roman" panose="02020603050405020304" pitchFamily="18" charset="0"/>
              </a:rPr>
              <a:t>, b</a:t>
            </a:r>
            <a:r>
              <a:rPr lang="vi-VN" sz="1200" kern="100" baseline="-25000">
                <a:latin typeface="Times New Roman" panose="02020603050405020304" pitchFamily="18" charset="0"/>
                <a:ea typeface="Arial" panose="020B0604020202020204" pitchFamily="34" charset="0"/>
                <a:cs typeface="Times New Roman" panose="02020603050405020304" pitchFamily="18" charset="0"/>
              </a:rPr>
              <a:t>2</a:t>
            </a:r>
            <a:r>
              <a:rPr lang="vi-VN" sz="1200" kern="100">
                <a:latin typeface="Times New Roman" panose="02020603050405020304" pitchFamily="18" charset="0"/>
                <a:ea typeface="Arial" panose="020B0604020202020204" pitchFamily="34" charset="0"/>
                <a:cs typeface="Times New Roman" panose="02020603050405020304" pitchFamily="18" charset="0"/>
              </a:rPr>
              <a:t>, b</a:t>
            </a:r>
            <a:r>
              <a:rPr lang="vi-VN" sz="1200" kern="100" baseline="-25000">
                <a:latin typeface="Times New Roman" panose="02020603050405020304" pitchFamily="18" charset="0"/>
                <a:ea typeface="Arial" panose="020B0604020202020204" pitchFamily="34" charset="0"/>
                <a:cs typeface="Times New Roman" panose="02020603050405020304" pitchFamily="18" charset="0"/>
              </a:rPr>
              <a:t>3</a:t>
            </a:r>
            <a:r>
              <a:rPr lang="vi-VN" sz="1200" kern="100">
                <a:latin typeface="Times New Roman" panose="02020603050405020304" pitchFamily="18" charset="0"/>
                <a:ea typeface="Arial" panose="020B0604020202020204" pitchFamily="34" charset="0"/>
                <a:cs typeface="Times New Roman" panose="02020603050405020304" pitchFamily="18" charset="0"/>
              </a:rPr>
              <a:t>,…, </a:t>
            </a:r>
            <a:r>
              <a:rPr lang="vi-VN" sz="1200" kern="100" err="1">
                <a:latin typeface="Times New Roman" panose="02020603050405020304" pitchFamily="18" charset="0"/>
                <a:ea typeface="Arial" panose="020B0604020202020204" pitchFamily="34" charset="0"/>
                <a:cs typeface="Times New Roman" panose="02020603050405020304" pitchFamily="18" charset="0"/>
              </a:rPr>
              <a:t>b</a:t>
            </a:r>
            <a:r>
              <a:rPr lang="vi-VN" sz="1200" kern="100" baseline="-25000" err="1">
                <a:latin typeface="Times New Roman" panose="02020603050405020304" pitchFamily="18" charset="0"/>
                <a:ea typeface="Arial" panose="020B0604020202020204" pitchFamily="34" charset="0"/>
                <a:cs typeface="Times New Roman" panose="02020603050405020304" pitchFamily="18" charset="0"/>
              </a:rPr>
              <a:t>M</a:t>
            </a:r>
            <a:r>
              <a:rPr lang="vi-VN" sz="1200" kern="100">
                <a:latin typeface="Arial" panose="020B0604020202020204" pitchFamily="34" charset="0"/>
                <a:ea typeface="Arial" panose="020B0604020202020204" pitchFamily="34" charset="0"/>
                <a:cs typeface="Times New Roman" panose="02020603050405020304" pitchFamily="18" charset="0"/>
                <a:sym typeface="Symbol" panose="05050102010706020507" pitchFamily="18" charset="2"/>
              </a:rPr>
              <a:t></a:t>
            </a:r>
            <a:endParaRPr lang="en-US" sz="1200" kern="100">
              <a:latin typeface="Arial" panose="020B0604020202020204" pitchFamily="34" charset="0"/>
              <a:ea typeface="Arial" panose="020B0604020202020204" pitchFamily="34" charset="0"/>
              <a:cs typeface="Times New Roman" panose="02020603050405020304" pitchFamily="18" charset="0"/>
            </a:endParaRPr>
          </a:p>
        </p:txBody>
      </p:sp>
      <p:sp>
        <p:nvSpPr>
          <p:cNvPr id="38" name="TextBox 37"/>
          <p:cNvSpPr txBox="1"/>
          <p:nvPr/>
        </p:nvSpPr>
        <p:spPr>
          <a:xfrm>
            <a:off x="5823692" y="724038"/>
            <a:ext cx="1639147" cy="338554"/>
          </a:xfrm>
          <a:prstGeom prst="rect">
            <a:avLst/>
          </a:prstGeom>
          <a:noFill/>
        </p:spPr>
        <p:txBody>
          <a:bodyPr wrap="square" rtlCol="0">
            <a:spAutoFit/>
          </a:bodyPr>
          <a:lstStyle/>
          <a:p>
            <a:pPr algn="ctr"/>
            <a:r>
              <a:rPr lang="vi-VN" sz="1600" b="1">
                <a:latin typeface="Bahnschrift SemiBold" panose="020B0502040204020203" pitchFamily="34" charset="0"/>
              </a:rPr>
              <a:t>Đáp ứng xung </a:t>
            </a:r>
            <a:endParaRPr lang="en-US" sz="1600" b="1">
              <a:latin typeface="Bahnschrift SemiBold" panose="020B0502040204020203" pitchFamily="34" charset="0"/>
            </a:endParaRPr>
          </a:p>
        </p:txBody>
      </p:sp>
      <p:grpSp>
        <p:nvGrpSpPr>
          <p:cNvPr id="5" name="Group 4"/>
          <p:cNvGrpSpPr/>
          <p:nvPr/>
        </p:nvGrpSpPr>
        <p:grpSpPr>
          <a:xfrm>
            <a:off x="5336386" y="1216131"/>
            <a:ext cx="2414065" cy="724179"/>
            <a:chOff x="5336387" y="1259276"/>
            <a:chExt cx="2400734" cy="684328"/>
          </a:xfrm>
        </p:grpSpPr>
        <p:sp>
          <p:nvSpPr>
            <p:cNvPr id="12" name="TextBox 11"/>
            <p:cNvSpPr txBox="1"/>
            <p:nvPr/>
          </p:nvSpPr>
          <p:spPr>
            <a:xfrm>
              <a:off x="5336387" y="1513769"/>
              <a:ext cx="601314" cy="261756"/>
            </a:xfrm>
            <a:prstGeom prst="rect">
              <a:avLst/>
            </a:prstGeom>
            <a:noFill/>
          </p:spPr>
          <p:txBody>
            <a:bodyPr wrap="none" rtlCol="0">
              <a:spAutoFit/>
            </a:bodyPr>
            <a:lstStyle/>
            <a:p>
              <a:r>
                <a:rPr lang="vi-VN" sz="1200">
                  <a:latin typeface="+mj-lt"/>
                </a:rPr>
                <a:t>h(n) = </a:t>
              </a:r>
              <a:endParaRPr lang="en-US" sz="1200">
                <a:latin typeface="+mj-lt"/>
              </a:endParaRPr>
            </a:p>
          </p:txBody>
        </p:sp>
        <p:sp>
          <p:nvSpPr>
            <p:cNvPr id="13" name="Left Brace 12"/>
            <p:cNvSpPr/>
            <p:nvPr/>
          </p:nvSpPr>
          <p:spPr>
            <a:xfrm>
              <a:off x="5985584" y="1402263"/>
              <a:ext cx="191025" cy="541341"/>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sz="1200"/>
            </a:p>
          </p:txBody>
        </p:sp>
        <mc:AlternateContent xmlns:mc="http://schemas.openxmlformats.org/markup-compatibility/2006" xmlns:a14="http://schemas.microsoft.com/office/drawing/2010/main">
          <mc:Choice Requires="a14">
            <p:sp>
              <p:nvSpPr>
                <p:cNvPr id="14" name="TextBox 13"/>
                <p:cNvSpPr txBox="1"/>
                <p:nvPr/>
              </p:nvSpPr>
              <p:spPr>
                <a:xfrm>
                  <a:off x="6034354" y="1259276"/>
                  <a:ext cx="1702767" cy="261756"/>
                </a:xfrm>
                <a:prstGeom prst="rect">
                  <a:avLst/>
                </a:prstGeom>
                <a:noFill/>
              </p:spPr>
              <p:txBody>
                <a:bodyPr wrap="square" rtlCol="0">
                  <a:spAutoFit/>
                </a:bodyPr>
                <a:lstStyle/>
                <a:p>
                  <a14:m>
                    <m:oMath xmlns:m="http://schemas.openxmlformats.org/officeDocument/2006/math">
                      <m:r>
                        <m:rPr>
                          <m:nor/>
                        </m:rPr>
                        <a:rPr lang="vi-VN" sz="1200" b="0" i="0" smtClean="0">
                          <a:sym typeface="Symbol" panose="05050102010706020507" pitchFamily="18" charset="2"/>
                        </a:rPr>
                        <m:t>   </m:t>
                      </m:r>
                      <m:r>
                        <m:rPr>
                          <m:nor/>
                        </m:rPr>
                        <a:rPr lang="vi-VN" sz="1200">
                          <a:latin typeface="+mj-lt"/>
                          <a:sym typeface="Symbol" panose="05050102010706020507" pitchFamily="18" charset="2"/>
                        </a:rPr>
                        <m:t></m:t>
                      </m:r>
                      <m:r>
                        <m:rPr>
                          <m:nor/>
                        </m:rPr>
                        <a:rPr lang="vi-VN" sz="1200" baseline="-25000">
                          <a:latin typeface="+mj-lt"/>
                        </a:rPr>
                        <m:t>c</m:t>
                      </m:r>
                      <m:r>
                        <m:rPr>
                          <m:nor/>
                        </m:rPr>
                        <a:rPr lang="vi-VN" sz="1200">
                          <a:latin typeface="+mj-lt"/>
                        </a:rPr>
                        <m:t>/</m:t>
                      </m:r>
                      <m:r>
                        <m:rPr>
                          <m:nor/>
                        </m:rPr>
                        <a:rPr lang="vi-VN" sz="1200">
                          <a:latin typeface="+mj-lt"/>
                        </a:rPr>
                        <m:t>π</m:t>
                      </m:r>
                      <m:r>
                        <m:rPr>
                          <m:nor/>
                        </m:rPr>
                        <a:rPr lang="vi-VN" sz="1200">
                          <a:latin typeface="+mj-lt"/>
                        </a:rPr>
                        <m:t>,</m:t>
                      </m:r>
                    </m:oMath>
                  </a14:m>
                  <a:r>
                    <a:rPr lang="vi-VN" sz="1200">
                      <a:latin typeface="+mj-lt"/>
                    </a:rPr>
                    <a:t>         n=0</a:t>
                  </a:r>
                  <a:endParaRPr lang="en-US" sz="1200">
                    <a:latin typeface="+mj-lt"/>
                  </a:endParaRPr>
                </a:p>
              </p:txBody>
            </p:sp>
          </mc:Choice>
          <mc:Fallback xmlns="">
            <p:sp>
              <p:nvSpPr>
                <p:cNvPr id="14" name="TextBox 13"/>
                <p:cNvSpPr txBox="1">
                  <a:spLocks noRot="1" noChangeAspect="1" noMove="1" noResize="1" noEditPoints="1" noAdjustHandles="1" noChangeArrowheads="1" noChangeShapeType="1" noTextEdit="1"/>
                </p:cNvSpPr>
                <p:nvPr/>
              </p:nvSpPr>
              <p:spPr>
                <a:xfrm>
                  <a:off x="6034354" y="1259276"/>
                  <a:ext cx="1702767" cy="261756"/>
                </a:xfrm>
                <a:prstGeom prst="rect">
                  <a:avLst/>
                </a:prstGeom>
                <a:blipFill>
                  <a:blip r:embed="rId4"/>
                  <a:stretch>
                    <a:fillRect b="-15217"/>
                  </a:stretch>
                </a:blipFill>
              </p:spPr>
              <p:txBody>
                <a:bodyPr/>
                <a:lstStyle/>
                <a:p>
                  <a:r>
                    <a:rPr lang="vi-VN">
                      <a:noFill/>
                    </a:rPr>
                    <a:t> </a:t>
                  </a:r>
                </a:p>
              </p:txBody>
            </p:sp>
          </mc:Fallback>
        </mc:AlternateContent>
        <mc:AlternateContent xmlns:mc="http://schemas.openxmlformats.org/markup-compatibility/2006" xmlns:a14="http://schemas.microsoft.com/office/drawing/2010/main">
          <mc:Choice Requires="a14">
            <p:sp>
              <p:nvSpPr>
                <p:cNvPr id="15" name="TextBox 14"/>
                <p:cNvSpPr txBox="1"/>
                <p:nvPr/>
              </p:nvSpPr>
              <p:spPr>
                <a:xfrm>
                  <a:off x="6172265" y="1592554"/>
                  <a:ext cx="1332972" cy="342767"/>
                </a:xfrm>
                <a:prstGeom prst="rect">
                  <a:avLst/>
                </a:prstGeom>
                <a:noFill/>
              </p:spPr>
              <p:txBody>
                <a:bodyPr wrap="square" rtlCol="0">
                  <a:spAutoFit/>
                </a:bodyPr>
                <a:lstStyle/>
                <a:p>
                  <a14:m>
                    <m:oMath xmlns:m="http://schemas.openxmlformats.org/officeDocument/2006/math">
                      <m:f>
                        <m:fPr>
                          <m:ctrlPr>
                            <a:rPr lang="en-US" sz="1200" i="1">
                              <a:latin typeface="Cambria Math" panose="02040503050406030204" pitchFamily="18" charset="0"/>
                            </a:rPr>
                          </m:ctrlPr>
                        </m:fPr>
                        <m:num>
                          <m:func>
                            <m:funcPr>
                              <m:ctrlPr>
                                <a:rPr lang="en-US" sz="1200" i="1">
                                  <a:latin typeface="Cambria Math" panose="02040503050406030204" pitchFamily="18" charset="0"/>
                                </a:rPr>
                              </m:ctrlPr>
                            </m:funcPr>
                            <m:fName>
                              <m:r>
                                <m:rPr>
                                  <m:sty m:val="p"/>
                                </m:rPr>
                                <a:rPr lang="vi-VN" sz="1200">
                                  <a:latin typeface="Cambria Math" panose="02040503050406030204" pitchFamily="18" charset="0"/>
                                </a:rPr>
                                <m:t>sin</m:t>
                              </m:r>
                            </m:fName>
                            <m:e>
                              <m:r>
                                <a:rPr lang="vi-VN" sz="1200" i="1">
                                  <a:latin typeface="Cambria Math" panose="02040503050406030204" pitchFamily="18" charset="0"/>
                                </a:rPr>
                                <m:t>(</m:t>
                              </m:r>
                              <m:sSub>
                                <m:sSubPr>
                                  <m:ctrlPr>
                                    <a:rPr lang="en-US" sz="1200" i="1">
                                      <a:latin typeface="Cambria Math" panose="02040503050406030204" pitchFamily="18" charset="0"/>
                                    </a:rPr>
                                  </m:ctrlPr>
                                </m:sSubPr>
                                <m:e>
                                  <m:r>
                                    <a:rPr lang="vi-VN" sz="1200" i="1">
                                      <a:latin typeface="Cambria Math" panose="02040503050406030204" pitchFamily="18" charset="0"/>
                                    </a:rPr>
                                    <m:t>𝜔</m:t>
                                  </m:r>
                                </m:e>
                                <m:sub>
                                  <m:r>
                                    <a:rPr lang="vi-VN" sz="1200" i="1">
                                      <a:latin typeface="Cambria Math" panose="02040503050406030204" pitchFamily="18" charset="0"/>
                                    </a:rPr>
                                    <m:t>𝑐</m:t>
                                  </m:r>
                                </m:sub>
                              </m:sSub>
                              <m:r>
                                <a:rPr lang="vi-VN" sz="1200" i="1">
                                  <a:latin typeface="Cambria Math" panose="02040503050406030204" pitchFamily="18" charset="0"/>
                                </a:rPr>
                                <m:t>𝑛</m:t>
                              </m:r>
                              <m:r>
                                <a:rPr lang="vi-VN" sz="1200" i="1">
                                  <a:latin typeface="Cambria Math" panose="02040503050406030204" pitchFamily="18" charset="0"/>
                                </a:rPr>
                                <m:t>)</m:t>
                              </m:r>
                            </m:e>
                          </m:func>
                        </m:num>
                        <m:den>
                          <m:r>
                            <a:rPr lang="vi-VN" sz="1200" i="1">
                              <a:latin typeface="Cambria Math" panose="02040503050406030204" pitchFamily="18" charset="0"/>
                            </a:rPr>
                            <m:t>𝜋</m:t>
                          </m:r>
                          <m:r>
                            <a:rPr lang="vi-VN" sz="1200" i="1">
                              <a:latin typeface="Cambria Math" panose="02040503050406030204" pitchFamily="18" charset="0"/>
                            </a:rPr>
                            <m:t>𝑛</m:t>
                          </m:r>
                        </m:den>
                      </m:f>
                    </m:oMath>
                  </a14:m>
                  <a:r>
                    <a:rPr lang="vi-VN" sz="1200">
                      <a:latin typeface="Times New Roman" panose="02020603050405020304" pitchFamily="18" charset="0"/>
                      <a:cs typeface="Times New Roman" panose="02020603050405020304" pitchFamily="18" charset="0"/>
                    </a:rPr>
                    <a:t>,     n≠0 </a:t>
                  </a:r>
                  <a:endParaRPr lang="en-US" sz="1200">
                    <a:latin typeface="Times New Roman" panose="02020603050405020304" pitchFamily="18" charset="0"/>
                    <a:cs typeface="Times New Roman" panose="02020603050405020304" pitchFamily="18" charset="0"/>
                  </a:endParaRPr>
                </a:p>
              </p:txBody>
            </p:sp>
          </mc:Choice>
          <mc:Fallback xmlns="">
            <p:sp>
              <p:nvSpPr>
                <p:cNvPr id="15" name="TextBox 14"/>
                <p:cNvSpPr txBox="1">
                  <a:spLocks noRot="1" noChangeAspect="1" noMove="1" noResize="1" noEditPoints="1" noAdjustHandles="1" noChangeArrowheads="1" noChangeShapeType="1" noTextEdit="1"/>
                </p:cNvSpPr>
                <p:nvPr/>
              </p:nvSpPr>
              <p:spPr>
                <a:xfrm>
                  <a:off x="6172265" y="1592554"/>
                  <a:ext cx="1332972" cy="342767"/>
                </a:xfrm>
                <a:prstGeom prst="rect">
                  <a:avLst/>
                </a:prstGeom>
                <a:blipFill>
                  <a:blip r:embed="rId5"/>
                  <a:stretch>
                    <a:fillRect/>
                  </a:stretch>
                </a:blipFill>
              </p:spPr>
              <p:txBody>
                <a:bodyPr/>
                <a:lstStyle/>
                <a:p>
                  <a:r>
                    <a:rPr lang="vi-VN">
                      <a:noFill/>
                    </a:rPr>
                    <a:t> </a:t>
                  </a:r>
                </a:p>
              </p:txBody>
            </p:sp>
          </mc:Fallback>
        </mc:AlternateContent>
      </p:grpSp>
      <p:pic>
        <p:nvPicPr>
          <p:cNvPr id="51" name="Picture 50" descr="A graph of a bar with a line and a number&#10;&#10;Description automatically generated with medium confidence"/>
          <p:cNvPicPr/>
          <p:nvPr/>
        </p:nvPicPr>
        <p:blipFill>
          <a:blip r:embed="rId6"/>
          <a:stretch>
            <a:fillRect/>
          </a:stretch>
        </p:blipFill>
        <p:spPr>
          <a:xfrm>
            <a:off x="5374642" y="3223768"/>
            <a:ext cx="2495972" cy="996019"/>
          </a:xfrm>
          <a:prstGeom prst="rect">
            <a:avLst/>
          </a:prstGeom>
        </p:spPr>
      </p:pic>
      <p:grpSp>
        <p:nvGrpSpPr>
          <p:cNvPr id="6" name="Group 5"/>
          <p:cNvGrpSpPr/>
          <p:nvPr/>
        </p:nvGrpSpPr>
        <p:grpSpPr>
          <a:xfrm>
            <a:off x="5152464" y="2300787"/>
            <a:ext cx="2963744" cy="922981"/>
            <a:chOff x="5152464" y="2300787"/>
            <a:chExt cx="2963744" cy="922981"/>
          </a:xfrm>
        </p:grpSpPr>
        <p:sp>
          <p:nvSpPr>
            <p:cNvPr id="17" name="TextBox 16"/>
            <p:cNvSpPr txBox="1"/>
            <p:nvPr/>
          </p:nvSpPr>
          <p:spPr>
            <a:xfrm>
              <a:off x="5152464" y="2488728"/>
              <a:ext cx="833120" cy="276999"/>
            </a:xfrm>
            <a:prstGeom prst="rect">
              <a:avLst/>
            </a:prstGeom>
            <a:noFill/>
          </p:spPr>
          <p:txBody>
            <a:bodyPr wrap="square" rtlCol="0">
              <a:spAutoFit/>
            </a:bodyPr>
            <a:lstStyle/>
            <a:p>
              <a:r>
                <a:rPr lang="vi-VN" sz="1200">
                  <a:latin typeface="+mj-lt"/>
                </a:rPr>
                <a:t>| H(</a:t>
              </a:r>
              <a:r>
                <a:rPr lang="vi-VN" sz="1200">
                  <a:latin typeface="+mj-lt"/>
                  <a:sym typeface="Symbol" panose="05050102010706020507" pitchFamily="18" charset="2"/>
                </a:rPr>
                <a:t></a:t>
              </a:r>
              <a:r>
                <a:rPr lang="vi-VN" sz="1200">
                  <a:latin typeface="+mj-lt"/>
                </a:rPr>
                <a:t>) | =  </a:t>
              </a:r>
              <a:endParaRPr lang="en-US" sz="1200">
                <a:latin typeface="+mj-lt"/>
              </a:endParaRPr>
            </a:p>
          </p:txBody>
        </p:sp>
        <p:sp>
          <p:nvSpPr>
            <p:cNvPr id="54" name="Left Brace 53"/>
            <p:cNvSpPr/>
            <p:nvPr/>
          </p:nvSpPr>
          <p:spPr>
            <a:xfrm>
              <a:off x="5981163" y="2432505"/>
              <a:ext cx="146675" cy="443921"/>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9" name="TextBox 18"/>
            <p:cNvSpPr txBox="1"/>
            <p:nvPr/>
          </p:nvSpPr>
          <p:spPr>
            <a:xfrm>
              <a:off x="6172265" y="2300787"/>
              <a:ext cx="1578187" cy="276999"/>
            </a:xfrm>
            <a:prstGeom prst="rect">
              <a:avLst/>
            </a:prstGeom>
            <a:noFill/>
          </p:spPr>
          <p:txBody>
            <a:bodyPr wrap="square" rtlCol="0">
              <a:spAutoFit/>
            </a:bodyPr>
            <a:lstStyle/>
            <a:p>
              <a:r>
                <a:rPr lang="vi-VN" sz="1200">
                  <a:latin typeface="+mj-lt"/>
                </a:rPr>
                <a:t>1,           |</a:t>
              </a:r>
              <a:r>
                <a:rPr lang="vi-VN" sz="1200">
                  <a:latin typeface="+mj-lt"/>
                  <a:sym typeface="Symbol" panose="05050102010706020507" pitchFamily="18" charset="2"/>
                </a:rPr>
                <a:t></a:t>
              </a:r>
              <a:r>
                <a:rPr lang="vi-VN" sz="1200">
                  <a:latin typeface="+mj-lt"/>
                </a:rPr>
                <a:t>| </a:t>
              </a:r>
              <a:r>
                <a:rPr lang="vi-VN" sz="1200">
                  <a:latin typeface="+mj-lt"/>
                  <a:sym typeface="Symbol" panose="05050102010706020507" pitchFamily="18" charset="2"/>
                </a:rPr>
                <a:t></a:t>
              </a:r>
              <a:r>
                <a:rPr lang="vi-VN" sz="1200">
                  <a:latin typeface="+mj-lt"/>
                </a:rPr>
                <a:t> </a:t>
              </a:r>
              <a:r>
                <a:rPr lang="vi-VN" sz="1200">
                  <a:latin typeface="+mj-lt"/>
                  <a:sym typeface="Symbol" panose="05050102010706020507" pitchFamily="18" charset="2"/>
                </a:rPr>
                <a:t></a:t>
              </a:r>
              <a:r>
                <a:rPr lang="vi-VN" sz="1200" baseline="-25000">
                  <a:latin typeface="+mj-lt"/>
                </a:rPr>
                <a:t>c</a:t>
              </a:r>
              <a:endParaRPr lang="en-US" sz="1200">
                <a:latin typeface="+mj-lt"/>
              </a:endParaRPr>
            </a:p>
          </p:txBody>
        </p:sp>
        <p:sp>
          <p:nvSpPr>
            <p:cNvPr id="57" name="TextBox 56"/>
            <p:cNvSpPr txBox="1"/>
            <p:nvPr/>
          </p:nvSpPr>
          <p:spPr>
            <a:xfrm>
              <a:off x="6164113" y="2731325"/>
              <a:ext cx="1952095" cy="492443"/>
            </a:xfrm>
            <a:prstGeom prst="rect">
              <a:avLst/>
            </a:prstGeom>
            <a:noFill/>
          </p:spPr>
          <p:txBody>
            <a:bodyPr wrap="square" rtlCol="0">
              <a:spAutoFit/>
            </a:bodyPr>
            <a:lstStyle/>
            <a:p>
              <a:r>
                <a:rPr lang="vi-VN" sz="1200">
                  <a:latin typeface="+mj-lt"/>
                </a:rPr>
                <a:t>0,           </a:t>
              </a:r>
              <a:r>
                <a:rPr lang="vi-VN" sz="1200">
                  <a:latin typeface="+mj-lt"/>
                  <a:sym typeface="Symbol" panose="05050102010706020507" pitchFamily="18" charset="2"/>
                </a:rPr>
                <a:t> </a:t>
              </a:r>
              <a:r>
                <a:rPr lang="vi-VN" sz="1200" baseline="-25000">
                  <a:latin typeface="+mj-lt"/>
                </a:rPr>
                <a:t>c </a:t>
              </a:r>
              <a:r>
                <a:rPr lang="vi-VN" sz="1200">
                  <a:latin typeface="+mj-lt"/>
                  <a:sym typeface="Symbol" panose="05050102010706020507" pitchFamily="18" charset="2"/>
                </a:rPr>
                <a:t></a:t>
              </a:r>
              <a:r>
                <a:rPr lang="vi-VN" sz="1200">
                  <a:latin typeface="+mj-lt"/>
                </a:rPr>
                <a:t> </a:t>
              </a:r>
              <a:r>
                <a:rPr lang="vi-VN" sz="1200">
                  <a:latin typeface="+mj-lt"/>
                  <a:sym typeface="Symbol" panose="05050102010706020507" pitchFamily="18" charset="2"/>
                </a:rPr>
                <a:t></a:t>
              </a:r>
              <a:r>
                <a:rPr lang="vi-VN" sz="1200">
                  <a:latin typeface="+mj-lt"/>
                </a:rPr>
                <a:t> </a:t>
              </a:r>
              <a:r>
                <a:rPr lang="vi-VN" sz="1200">
                  <a:latin typeface="+mj-lt"/>
                  <a:sym typeface="Symbol" panose="05050102010706020507" pitchFamily="18" charset="2"/>
                </a:rPr>
                <a:t></a:t>
              </a:r>
              <a:r>
                <a:rPr lang="vi-VN" sz="1200">
                  <a:latin typeface="+mj-lt"/>
                </a:rPr>
                <a:t>π</a:t>
              </a:r>
              <a:endParaRPr lang="en-US" sz="1200">
                <a:latin typeface="+mj-lt"/>
              </a:endParaRPr>
            </a:p>
            <a:p>
              <a:endParaRPr lang="en-US"/>
            </a:p>
          </p:txBody>
        </p:sp>
      </p:grpSp>
      <p:sp>
        <p:nvSpPr>
          <p:cNvPr id="58" name="TextBox 57"/>
          <p:cNvSpPr txBox="1"/>
          <p:nvPr/>
        </p:nvSpPr>
        <p:spPr>
          <a:xfrm>
            <a:off x="5851172" y="1990533"/>
            <a:ext cx="1654065" cy="338554"/>
          </a:xfrm>
          <a:prstGeom prst="rect">
            <a:avLst/>
          </a:prstGeom>
          <a:noFill/>
        </p:spPr>
        <p:txBody>
          <a:bodyPr wrap="square" rtlCol="0">
            <a:spAutoFit/>
          </a:bodyPr>
          <a:lstStyle/>
          <a:p>
            <a:pPr algn="ctr"/>
            <a:r>
              <a:rPr lang="vi-VN" sz="1600" b="1">
                <a:latin typeface="Bahnschrift SemiBold" panose="020B0502040204020203" pitchFamily="34" charset="0"/>
              </a:rPr>
              <a:t>Đáp ứng tần số </a:t>
            </a:r>
            <a:endParaRPr lang="en-US" sz="1600" b="1">
              <a:latin typeface="Bahnschrift SemiBold" panose="020B0502040204020203" pitchFamily="34" charset="0"/>
            </a:endParaRPr>
          </a:p>
        </p:txBody>
      </p:sp>
      <p:sp>
        <p:nvSpPr>
          <p:cNvPr id="7" name="TextBox 6">
            <a:extLst>
              <a:ext uri="{FF2B5EF4-FFF2-40B4-BE49-F238E27FC236}">
                <a16:creationId xmlns:a16="http://schemas.microsoft.com/office/drawing/2014/main" id="{E2EC62AA-247C-3489-6DAE-386EDD9DD643}"/>
              </a:ext>
            </a:extLst>
          </p:cNvPr>
          <p:cNvSpPr txBox="1"/>
          <p:nvPr/>
        </p:nvSpPr>
        <p:spPr>
          <a:xfrm>
            <a:off x="8630184" y="4681835"/>
            <a:ext cx="305660" cy="461665"/>
          </a:xfrm>
          <a:prstGeom prst="rect">
            <a:avLst/>
          </a:prstGeom>
          <a:noFill/>
        </p:spPr>
        <p:txBody>
          <a:bodyPr wrap="square" rtlCol="0">
            <a:spAutoFit/>
          </a:bodyPr>
          <a:lstStyle/>
          <a:p>
            <a:r>
              <a:rPr lang="vi-VN" sz="1200"/>
              <a:t>5</a:t>
            </a:r>
          </a:p>
          <a:p>
            <a:endParaRPr lang="vi-VN" sz="1200"/>
          </a:p>
        </p:txBody>
      </p:sp>
    </p:spTree>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1000" fill="hold"/>
                                        <p:tgtEl>
                                          <p:spTgt spid="3"/>
                                        </p:tgtEl>
                                        <p:attrNameLst>
                                          <p:attrName>ppt_w</p:attrName>
                                        </p:attrNameLst>
                                      </p:cBhvr>
                                      <p:tavLst>
                                        <p:tav tm="0">
                                          <p:val>
                                            <p:fltVal val="0"/>
                                          </p:val>
                                        </p:tav>
                                        <p:tav tm="100000">
                                          <p:val>
                                            <p:strVal val="#ppt_w"/>
                                          </p:val>
                                        </p:tav>
                                      </p:tavLst>
                                    </p:anim>
                                    <p:anim calcmode="lin" valueType="num">
                                      <p:cBhvr>
                                        <p:cTn id="8" dur="1000" fill="hold"/>
                                        <p:tgtEl>
                                          <p:spTgt spid="3"/>
                                        </p:tgtEl>
                                        <p:attrNameLst>
                                          <p:attrName>ppt_h</p:attrName>
                                        </p:attrNameLst>
                                      </p:cBhvr>
                                      <p:tavLst>
                                        <p:tav tm="0">
                                          <p:val>
                                            <p:fltVal val="0"/>
                                          </p:val>
                                        </p:tav>
                                        <p:tav tm="100000">
                                          <p:val>
                                            <p:strVal val="#ppt_h"/>
                                          </p:val>
                                        </p:tav>
                                      </p:tavLst>
                                    </p:anim>
                                    <p:anim calcmode="lin" valueType="num">
                                      <p:cBhvr>
                                        <p:cTn id="9" dur="1000" fill="hold"/>
                                        <p:tgtEl>
                                          <p:spTgt spid="3"/>
                                        </p:tgtEl>
                                        <p:attrNameLst>
                                          <p:attrName>style.rotation</p:attrName>
                                        </p:attrNameLst>
                                      </p:cBhvr>
                                      <p:tavLst>
                                        <p:tav tm="0">
                                          <p:val>
                                            <p:fltVal val="90"/>
                                          </p:val>
                                        </p:tav>
                                        <p:tav tm="100000">
                                          <p:val>
                                            <p:fltVal val="0"/>
                                          </p:val>
                                        </p:tav>
                                      </p:tavLst>
                                    </p:anim>
                                    <p:animEffect transition="in" filter="fade">
                                      <p:cBhvr>
                                        <p:cTn id="10" dur="10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animEffect transition="in" filter="wipe(down)">
                                      <p:cBhvr>
                                        <p:cTn id="15" dur="500"/>
                                        <p:tgtEl>
                                          <p:spTgt spid="2"/>
                                        </p:tgtEl>
                                      </p:cBhvr>
                                    </p:animEffect>
                                  </p:childTnLst>
                                </p:cTn>
                              </p:par>
                            </p:childTnLst>
                          </p:cTn>
                        </p:par>
                      </p:childTnLst>
                    </p:cTn>
                  </p:par>
                  <p:par>
                    <p:cTn id="16" fill="hold">
                      <p:stCondLst>
                        <p:cond delay="indefinite"/>
                      </p:stCondLst>
                      <p:childTnLst>
                        <p:par>
                          <p:cTn id="17" fill="hold">
                            <p:stCondLst>
                              <p:cond delay="0"/>
                            </p:stCondLst>
                            <p:childTnLst>
                              <p:par>
                                <p:cTn id="18" presetID="31" presetClass="entr" presetSubtype="0" fill="hold" grpId="0" nodeType="clickEffect">
                                  <p:stCondLst>
                                    <p:cond delay="0"/>
                                  </p:stCondLst>
                                  <p:childTnLst>
                                    <p:set>
                                      <p:cBhvr>
                                        <p:cTn id="19" dur="1" fill="hold">
                                          <p:stCondLst>
                                            <p:cond delay="0"/>
                                          </p:stCondLst>
                                        </p:cTn>
                                        <p:tgtEl>
                                          <p:spTgt spid="38"/>
                                        </p:tgtEl>
                                        <p:attrNameLst>
                                          <p:attrName>style.visibility</p:attrName>
                                        </p:attrNameLst>
                                      </p:cBhvr>
                                      <p:to>
                                        <p:strVal val="visible"/>
                                      </p:to>
                                    </p:set>
                                    <p:anim calcmode="lin" valueType="num">
                                      <p:cBhvr>
                                        <p:cTn id="20" dur="1000" fill="hold"/>
                                        <p:tgtEl>
                                          <p:spTgt spid="38"/>
                                        </p:tgtEl>
                                        <p:attrNameLst>
                                          <p:attrName>ppt_w</p:attrName>
                                        </p:attrNameLst>
                                      </p:cBhvr>
                                      <p:tavLst>
                                        <p:tav tm="0">
                                          <p:val>
                                            <p:fltVal val="0"/>
                                          </p:val>
                                        </p:tav>
                                        <p:tav tm="100000">
                                          <p:val>
                                            <p:strVal val="#ppt_w"/>
                                          </p:val>
                                        </p:tav>
                                      </p:tavLst>
                                    </p:anim>
                                    <p:anim calcmode="lin" valueType="num">
                                      <p:cBhvr>
                                        <p:cTn id="21" dur="1000" fill="hold"/>
                                        <p:tgtEl>
                                          <p:spTgt spid="38"/>
                                        </p:tgtEl>
                                        <p:attrNameLst>
                                          <p:attrName>ppt_h</p:attrName>
                                        </p:attrNameLst>
                                      </p:cBhvr>
                                      <p:tavLst>
                                        <p:tav tm="0">
                                          <p:val>
                                            <p:fltVal val="0"/>
                                          </p:val>
                                        </p:tav>
                                        <p:tav tm="100000">
                                          <p:val>
                                            <p:strVal val="#ppt_h"/>
                                          </p:val>
                                        </p:tav>
                                      </p:tavLst>
                                    </p:anim>
                                    <p:anim calcmode="lin" valueType="num">
                                      <p:cBhvr>
                                        <p:cTn id="22" dur="1000" fill="hold"/>
                                        <p:tgtEl>
                                          <p:spTgt spid="38"/>
                                        </p:tgtEl>
                                        <p:attrNameLst>
                                          <p:attrName>style.rotation</p:attrName>
                                        </p:attrNameLst>
                                      </p:cBhvr>
                                      <p:tavLst>
                                        <p:tav tm="0">
                                          <p:val>
                                            <p:fltVal val="90"/>
                                          </p:val>
                                        </p:tav>
                                        <p:tav tm="100000">
                                          <p:val>
                                            <p:fltVal val="0"/>
                                          </p:val>
                                        </p:tav>
                                      </p:tavLst>
                                    </p:anim>
                                    <p:animEffect transition="in" filter="fade">
                                      <p:cBhvr>
                                        <p:cTn id="23" dur="1000"/>
                                        <p:tgtEl>
                                          <p:spTgt spid="38"/>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4" fill="hold" grpId="0"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wipe(down)">
                                      <p:cBhvr>
                                        <p:cTn id="28" dur="500"/>
                                        <p:tgtEl>
                                          <p:spTgt spid="4"/>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nodeType="clickEffect">
                                  <p:stCondLst>
                                    <p:cond delay="0"/>
                                  </p:stCondLst>
                                  <p:childTnLst>
                                    <p:set>
                                      <p:cBhvr>
                                        <p:cTn id="32" dur="1" fill="hold">
                                          <p:stCondLst>
                                            <p:cond delay="0"/>
                                          </p:stCondLst>
                                        </p:cTn>
                                        <p:tgtEl>
                                          <p:spTgt spid="5"/>
                                        </p:tgtEl>
                                        <p:attrNameLst>
                                          <p:attrName>style.visibility</p:attrName>
                                        </p:attrNameLst>
                                      </p:cBhvr>
                                      <p:to>
                                        <p:strVal val="visible"/>
                                      </p:to>
                                    </p:set>
                                    <p:animEffect transition="in" filter="wipe(down)">
                                      <p:cBhvr>
                                        <p:cTn id="33" dur="500"/>
                                        <p:tgtEl>
                                          <p:spTgt spid="5"/>
                                        </p:tgtEl>
                                      </p:cBhvr>
                                    </p:animEffect>
                                  </p:childTnLst>
                                </p:cTn>
                              </p:par>
                            </p:childTnLst>
                          </p:cTn>
                        </p:par>
                      </p:childTnLst>
                    </p:cTn>
                  </p:par>
                  <p:par>
                    <p:cTn id="34" fill="hold">
                      <p:stCondLst>
                        <p:cond delay="indefinite"/>
                      </p:stCondLst>
                      <p:childTnLst>
                        <p:par>
                          <p:cTn id="35" fill="hold">
                            <p:stCondLst>
                              <p:cond delay="0"/>
                            </p:stCondLst>
                            <p:childTnLst>
                              <p:par>
                                <p:cTn id="36" presetID="31" presetClass="entr" presetSubtype="0" fill="hold" grpId="0" nodeType="clickEffect">
                                  <p:stCondLst>
                                    <p:cond delay="0"/>
                                  </p:stCondLst>
                                  <p:childTnLst>
                                    <p:set>
                                      <p:cBhvr>
                                        <p:cTn id="37" dur="1" fill="hold">
                                          <p:stCondLst>
                                            <p:cond delay="0"/>
                                          </p:stCondLst>
                                        </p:cTn>
                                        <p:tgtEl>
                                          <p:spTgt spid="58"/>
                                        </p:tgtEl>
                                        <p:attrNameLst>
                                          <p:attrName>style.visibility</p:attrName>
                                        </p:attrNameLst>
                                      </p:cBhvr>
                                      <p:to>
                                        <p:strVal val="visible"/>
                                      </p:to>
                                    </p:set>
                                    <p:anim calcmode="lin" valueType="num">
                                      <p:cBhvr>
                                        <p:cTn id="38" dur="1000" fill="hold"/>
                                        <p:tgtEl>
                                          <p:spTgt spid="58"/>
                                        </p:tgtEl>
                                        <p:attrNameLst>
                                          <p:attrName>ppt_w</p:attrName>
                                        </p:attrNameLst>
                                      </p:cBhvr>
                                      <p:tavLst>
                                        <p:tav tm="0">
                                          <p:val>
                                            <p:fltVal val="0"/>
                                          </p:val>
                                        </p:tav>
                                        <p:tav tm="100000">
                                          <p:val>
                                            <p:strVal val="#ppt_w"/>
                                          </p:val>
                                        </p:tav>
                                      </p:tavLst>
                                    </p:anim>
                                    <p:anim calcmode="lin" valueType="num">
                                      <p:cBhvr>
                                        <p:cTn id="39" dur="1000" fill="hold"/>
                                        <p:tgtEl>
                                          <p:spTgt spid="58"/>
                                        </p:tgtEl>
                                        <p:attrNameLst>
                                          <p:attrName>ppt_h</p:attrName>
                                        </p:attrNameLst>
                                      </p:cBhvr>
                                      <p:tavLst>
                                        <p:tav tm="0">
                                          <p:val>
                                            <p:fltVal val="0"/>
                                          </p:val>
                                        </p:tav>
                                        <p:tav tm="100000">
                                          <p:val>
                                            <p:strVal val="#ppt_h"/>
                                          </p:val>
                                        </p:tav>
                                      </p:tavLst>
                                    </p:anim>
                                    <p:anim calcmode="lin" valueType="num">
                                      <p:cBhvr>
                                        <p:cTn id="40" dur="1000" fill="hold"/>
                                        <p:tgtEl>
                                          <p:spTgt spid="58"/>
                                        </p:tgtEl>
                                        <p:attrNameLst>
                                          <p:attrName>style.rotation</p:attrName>
                                        </p:attrNameLst>
                                      </p:cBhvr>
                                      <p:tavLst>
                                        <p:tav tm="0">
                                          <p:val>
                                            <p:fltVal val="90"/>
                                          </p:val>
                                        </p:tav>
                                        <p:tav tm="100000">
                                          <p:val>
                                            <p:fltVal val="0"/>
                                          </p:val>
                                        </p:tav>
                                      </p:tavLst>
                                    </p:anim>
                                    <p:animEffect transition="in" filter="fade">
                                      <p:cBhvr>
                                        <p:cTn id="41" dur="1000"/>
                                        <p:tgtEl>
                                          <p:spTgt spid="58"/>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4" fill="hold" nodeType="clickEffect">
                                  <p:stCondLst>
                                    <p:cond delay="0"/>
                                  </p:stCondLst>
                                  <p:childTnLst>
                                    <p:set>
                                      <p:cBhvr>
                                        <p:cTn id="45" dur="1" fill="hold">
                                          <p:stCondLst>
                                            <p:cond delay="0"/>
                                          </p:stCondLst>
                                        </p:cTn>
                                        <p:tgtEl>
                                          <p:spTgt spid="6"/>
                                        </p:tgtEl>
                                        <p:attrNameLst>
                                          <p:attrName>style.visibility</p:attrName>
                                        </p:attrNameLst>
                                      </p:cBhvr>
                                      <p:to>
                                        <p:strVal val="visible"/>
                                      </p:to>
                                    </p:set>
                                    <p:animEffect transition="in" filter="wipe(down)">
                                      <p:cBhvr>
                                        <p:cTn id="46" dur="500"/>
                                        <p:tgtEl>
                                          <p:spTgt spid="6"/>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nodeType="clickEffect">
                                  <p:stCondLst>
                                    <p:cond delay="0"/>
                                  </p:stCondLst>
                                  <p:childTnLst>
                                    <p:set>
                                      <p:cBhvr>
                                        <p:cTn id="50" dur="1" fill="hold">
                                          <p:stCondLst>
                                            <p:cond delay="0"/>
                                          </p:stCondLst>
                                        </p:cTn>
                                        <p:tgtEl>
                                          <p:spTgt spid="51"/>
                                        </p:tgtEl>
                                        <p:attrNameLst>
                                          <p:attrName>style.visibility</p:attrName>
                                        </p:attrNameLst>
                                      </p:cBhvr>
                                      <p:to>
                                        <p:strVal val="visible"/>
                                      </p:to>
                                    </p:set>
                                    <p:animEffect transition="in" filter="wipe(down)">
                                      <p:cBhvr>
                                        <p:cTn id="51" dur="500"/>
                                        <p:tgtEl>
                                          <p:spTgt spid="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4" grpId="0"/>
      <p:bldP spid="38" grpId="0"/>
      <p:bldP spid="58"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5" name="Google Shape;235;p20"/>
          <p:cNvSpPr txBox="1"/>
          <p:nvPr/>
        </p:nvSpPr>
        <p:spPr>
          <a:xfrm>
            <a:off x="412112" y="903966"/>
            <a:ext cx="3994800" cy="6804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vi-VN" sz="3010">
                <a:latin typeface="Merriweather"/>
                <a:ea typeface="Merriweather"/>
                <a:cs typeface="Merriweather"/>
                <a:sym typeface="Merriweather"/>
              </a:rPr>
              <a:t>Nhiễu Gaussian</a:t>
            </a:r>
            <a:endParaRPr sz="3010">
              <a:solidFill>
                <a:srgbClr val="000000"/>
              </a:solidFill>
              <a:latin typeface="Merriweather"/>
              <a:ea typeface="Merriweather"/>
              <a:cs typeface="Merriweather"/>
              <a:sym typeface="Merriweather"/>
            </a:endParaRPr>
          </a:p>
        </p:txBody>
      </p:sp>
      <p:sp>
        <p:nvSpPr>
          <p:cNvPr id="236" name="Google Shape;236;p20"/>
          <p:cNvSpPr txBox="1"/>
          <p:nvPr/>
        </p:nvSpPr>
        <p:spPr>
          <a:xfrm>
            <a:off x="293300" y="1789694"/>
            <a:ext cx="3994800" cy="1390200"/>
          </a:xfrm>
          <a:prstGeom prst="rect">
            <a:avLst/>
          </a:prstGeom>
          <a:noFill/>
          <a:ln>
            <a:noFill/>
          </a:ln>
        </p:spPr>
        <p:txBody>
          <a:bodyPr spcFirstLastPara="1" wrap="square" lIns="91425" tIns="91425" rIns="91425" bIns="91425" anchor="ctr" anchorCtr="0">
            <a:noAutofit/>
          </a:bodyPr>
          <a:lstStyle/>
          <a:p>
            <a:pPr algn="just"/>
            <a:r>
              <a:rPr lang="vi-VN">
                <a:latin typeface="+mj-lt"/>
              </a:rPr>
              <a:t>Nó được xác định bởi hai thước đo chính: xu hướng trung tâm và sự phân tán. Giá trị trung bình (mean) thể hiện vị trí trung tâm của phân phối, trong khi phương sai (variance) cho biết mức độ phân tán của các giá trị xung quanh giá trị trung bình.</a:t>
            </a:r>
            <a:endParaRPr lang="en-US">
              <a:latin typeface="+mj-lt"/>
            </a:endParaRPr>
          </a:p>
        </p:txBody>
      </p:sp>
      <p:pic>
        <p:nvPicPr>
          <p:cNvPr id="7" name="Picture 6" descr="A diagram of a normal distribution&#10;&#10;Description automatically generated"/>
          <p:cNvPicPr/>
          <p:nvPr/>
        </p:nvPicPr>
        <p:blipFill>
          <a:blip r:embed="rId3"/>
          <a:stretch>
            <a:fillRect/>
          </a:stretch>
        </p:blipFill>
        <p:spPr>
          <a:xfrm>
            <a:off x="4721013" y="1486691"/>
            <a:ext cx="1991359" cy="2407975"/>
          </a:xfrm>
          <a:prstGeom prst="rect">
            <a:avLst/>
          </a:prstGeom>
        </p:spPr>
      </p:pic>
      <mc:AlternateContent xmlns:mc="http://schemas.openxmlformats.org/markup-compatibility/2006" xmlns:a14="http://schemas.microsoft.com/office/drawing/2010/main">
        <mc:Choice Requires="a14">
          <p:sp>
            <p:nvSpPr>
              <p:cNvPr id="2" name="TextBox 1"/>
              <p:cNvSpPr txBox="1"/>
              <p:nvPr/>
            </p:nvSpPr>
            <p:spPr>
              <a:xfrm>
                <a:off x="171380" y="3179894"/>
                <a:ext cx="3824887" cy="1495409"/>
              </a:xfrm>
              <a:prstGeom prst="rect">
                <a:avLst/>
              </a:prstGeom>
              <a:noFill/>
            </p:spPr>
            <p:txBody>
              <a:bodyPr wrap="square" rtlCol="0">
                <a:spAutoFit/>
              </a:bodyPr>
              <a:lstStyle/>
              <a:p>
                <a:pPr algn="ctr"/>
                <a:r>
                  <a:rPr lang="vi-VN" sz="1800">
                    <a:solidFill>
                      <a:srgbClr val="C00000"/>
                    </a:solidFill>
                    <a:latin typeface="+mj-lt"/>
                  </a:rPr>
                  <a:t>Công thức tính nhiễu :</a:t>
                </a:r>
              </a:p>
              <a:p>
                <a:pPr algn="ctr"/>
                <a:endParaRPr lang="vi-VN" sz="2000">
                  <a:latin typeface="+mj-lt"/>
                </a:endParaRPr>
              </a:p>
              <a:p>
                <a:pPr algn="ctr"/>
                <a:r>
                  <a:rPr lang="vi-VN" sz="2000">
                    <a:latin typeface="+mj-lt"/>
                  </a:rPr>
                  <a:t>p(z) = </a:t>
                </a:r>
                <a14:m>
                  <m:oMath xmlns:m="http://schemas.openxmlformats.org/officeDocument/2006/math">
                    <m:f>
                      <m:fPr>
                        <m:ctrlPr>
                          <a:rPr lang="en-US" sz="2000" i="1">
                            <a:latin typeface="Cambria Math" panose="02040503050406030204" pitchFamily="18" charset="0"/>
                          </a:rPr>
                        </m:ctrlPr>
                      </m:fPr>
                      <m:num>
                        <m:r>
                          <a:rPr lang="vi-VN" sz="2000" i="1">
                            <a:latin typeface="Cambria Math" panose="02040503050406030204" pitchFamily="18" charset="0"/>
                          </a:rPr>
                          <m:t>1</m:t>
                        </m:r>
                      </m:num>
                      <m:den>
                        <m:rad>
                          <m:radPr>
                            <m:degHide m:val="on"/>
                            <m:ctrlPr>
                              <a:rPr lang="en-US" sz="2000" i="1">
                                <a:latin typeface="Cambria Math" panose="02040503050406030204" pitchFamily="18" charset="0"/>
                              </a:rPr>
                            </m:ctrlPr>
                          </m:radPr>
                          <m:deg/>
                          <m:e>
                            <m:r>
                              <a:rPr lang="vi-VN" sz="2000" i="1">
                                <a:latin typeface="Cambria Math" panose="02040503050406030204" pitchFamily="18" charset="0"/>
                              </a:rPr>
                              <m:t>2</m:t>
                            </m:r>
                            <m:r>
                              <a:rPr lang="vi-VN" sz="2000" i="1">
                                <a:latin typeface="Cambria Math" panose="02040503050406030204" pitchFamily="18" charset="0"/>
                              </a:rPr>
                              <m:t>𝜋</m:t>
                            </m:r>
                            <m:sSup>
                              <m:sSupPr>
                                <m:ctrlPr>
                                  <a:rPr lang="en-US" sz="2000" i="1">
                                    <a:latin typeface="Cambria Math" panose="02040503050406030204" pitchFamily="18" charset="0"/>
                                  </a:rPr>
                                </m:ctrlPr>
                              </m:sSupPr>
                              <m:e>
                                <m:r>
                                  <a:rPr lang="vi-VN" sz="2000" i="1">
                                    <a:latin typeface="Cambria Math" panose="02040503050406030204" pitchFamily="18" charset="0"/>
                                  </a:rPr>
                                  <m:t>𝜎</m:t>
                                </m:r>
                              </m:e>
                              <m:sup>
                                <m:r>
                                  <a:rPr lang="vi-VN" sz="2000" i="1">
                                    <a:latin typeface="Cambria Math" panose="02040503050406030204" pitchFamily="18" charset="0"/>
                                  </a:rPr>
                                  <m:t>2</m:t>
                                </m:r>
                              </m:sup>
                            </m:sSup>
                          </m:e>
                        </m:rad>
                      </m:den>
                    </m:f>
                    <m:sSup>
                      <m:sSupPr>
                        <m:ctrlPr>
                          <a:rPr lang="en-US" sz="2000" i="1">
                            <a:latin typeface="Cambria Math" panose="02040503050406030204" pitchFamily="18" charset="0"/>
                          </a:rPr>
                        </m:ctrlPr>
                      </m:sSupPr>
                      <m:e>
                        <m:r>
                          <a:rPr lang="vi-VN" sz="2000" i="1">
                            <a:latin typeface="Cambria Math" panose="02040503050406030204" pitchFamily="18" charset="0"/>
                          </a:rPr>
                          <m:t>𝑒</m:t>
                        </m:r>
                      </m:e>
                      <m:sup>
                        <m:sSup>
                          <m:sSupPr>
                            <m:ctrlPr>
                              <a:rPr lang="en-US" sz="2000" i="1">
                                <a:latin typeface="Cambria Math" panose="02040503050406030204" pitchFamily="18" charset="0"/>
                              </a:rPr>
                            </m:ctrlPr>
                          </m:sSupPr>
                          <m:e>
                            <m:r>
                              <a:rPr lang="vi-VN" sz="2000" i="1">
                                <a:latin typeface="Cambria Math" panose="02040503050406030204" pitchFamily="18" charset="0"/>
                              </a:rPr>
                              <m:t>−(</m:t>
                            </m:r>
                            <m:r>
                              <a:rPr lang="vi-VN" sz="2000" i="1">
                                <a:latin typeface="Cambria Math" panose="02040503050406030204" pitchFamily="18" charset="0"/>
                              </a:rPr>
                              <m:t>𝑧</m:t>
                            </m:r>
                            <m:r>
                              <a:rPr lang="vi-VN" sz="2000" i="1">
                                <a:latin typeface="Cambria Math" panose="02040503050406030204" pitchFamily="18" charset="0"/>
                              </a:rPr>
                              <m:t>−</m:t>
                            </m:r>
                            <m:r>
                              <a:rPr lang="vi-VN" sz="2000" i="1">
                                <a:latin typeface="Cambria Math" panose="02040503050406030204" pitchFamily="18" charset="0"/>
                              </a:rPr>
                              <m:t>𝜇</m:t>
                            </m:r>
                            <m:r>
                              <a:rPr lang="vi-VN" sz="2000" i="1">
                                <a:latin typeface="Cambria Math" panose="02040503050406030204" pitchFamily="18" charset="0"/>
                              </a:rPr>
                              <m:t>)</m:t>
                            </m:r>
                          </m:e>
                          <m:sup>
                            <m:r>
                              <a:rPr lang="vi-VN" sz="2000" i="1">
                                <a:latin typeface="Cambria Math" panose="02040503050406030204" pitchFamily="18" charset="0"/>
                              </a:rPr>
                              <m:t>2</m:t>
                            </m:r>
                          </m:sup>
                        </m:sSup>
                        <m:r>
                          <a:rPr lang="vi-VN" sz="2000" i="1">
                            <a:latin typeface="Cambria Math" panose="02040503050406030204" pitchFamily="18" charset="0"/>
                          </a:rPr>
                          <m:t>/2</m:t>
                        </m:r>
                        <m:sSup>
                          <m:sSupPr>
                            <m:ctrlPr>
                              <a:rPr lang="en-US" sz="2000" i="1">
                                <a:latin typeface="Cambria Math" panose="02040503050406030204" pitchFamily="18" charset="0"/>
                              </a:rPr>
                            </m:ctrlPr>
                          </m:sSupPr>
                          <m:e>
                            <m:r>
                              <a:rPr lang="vi-VN" sz="2000" i="1">
                                <a:latin typeface="Cambria Math" panose="02040503050406030204" pitchFamily="18" charset="0"/>
                              </a:rPr>
                              <m:t>𝜎</m:t>
                            </m:r>
                          </m:e>
                          <m:sup>
                            <m:r>
                              <a:rPr lang="vi-VN" sz="2000" i="1">
                                <a:latin typeface="Cambria Math" panose="02040503050406030204" pitchFamily="18" charset="0"/>
                              </a:rPr>
                              <m:t>2</m:t>
                            </m:r>
                          </m:sup>
                        </m:sSup>
                      </m:sup>
                    </m:sSup>
                  </m:oMath>
                </a14:m>
                <a:endParaRPr lang="en-US" sz="2000">
                  <a:latin typeface="+mj-lt"/>
                </a:endParaRPr>
              </a:p>
              <a:p>
                <a:pPr algn="ctr"/>
                <a:endParaRPr lang="en-US" sz="2000"/>
              </a:p>
            </p:txBody>
          </p:sp>
        </mc:Choice>
        <mc:Fallback xmlns="">
          <p:sp>
            <p:nvSpPr>
              <p:cNvPr id="2" name="TextBox 1"/>
              <p:cNvSpPr txBox="1">
                <a:spLocks noRot="1" noChangeAspect="1" noMove="1" noResize="1" noEditPoints="1" noAdjustHandles="1" noChangeArrowheads="1" noChangeShapeType="1" noTextEdit="1"/>
              </p:cNvSpPr>
              <p:nvPr/>
            </p:nvSpPr>
            <p:spPr>
              <a:xfrm>
                <a:off x="171380" y="3179894"/>
                <a:ext cx="3824887" cy="1495409"/>
              </a:xfrm>
              <a:prstGeom prst="rect">
                <a:avLst/>
              </a:prstGeom>
              <a:blipFill>
                <a:blip r:embed="rId4"/>
                <a:stretch>
                  <a:fillRect t="-2449"/>
                </a:stretch>
              </a:blipFill>
            </p:spPr>
            <p:txBody>
              <a:bodyPr/>
              <a:lstStyle/>
              <a:p>
                <a:r>
                  <a:rPr lang="en-US">
                    <a:noFill/>
                  </a:rPr>
                  <a:t> </a:t>
                </a:r>
              </a:p>
            </p:txBody>
          </p:sp>
        </mc:Fallback>
      </mc:AlternateContent>
      <p:sp>
        <p:nvSpPr>
          <p:cNvPr id="11" name="Google Shape;161;p16"/>
          <p:cNvSpPr txBox="1"/>
          <p:nvPr/>
        </p:nvSpPr>
        <p:spPr>
          <a:xfrm>
            <a:off x="7196298" y="1789694"/>
            <a:ext cx="1812235" cy="1872642"/>
          </a:xfrm>
          <a:prstGeom prst="rect">
            <a:avLst/>
          </a:prstGeom>
          <a:noFill/>
          <a:ln>
            <a:noFill/>
          </a:ln>
        </p:spPr>
        <p:txBody>
          <a:bodyPr spcFirstLastPara="1" wrap="square" lIns="91425" tIns="91425" rIns="91425" bIns="91425" anchor="ctr" anchorCtr="0">
            <a:noAutofit/>
          </a:bodyPr>
          <a:lstStyle/>
          <a:p>
            <a:r>
              <a:rPr lang="vi-VN" b="1">
                <a:solidFill>
                  <a:schemeClr val="bg1"/>
                </a:solidFill>
                <a:latin typeface="Times New Roman" panose="02020603050405020304" pitchFamily="18" charset="0"/>
                <a:cs typeface="Times New Roman" panose="02020603050405020304" pitchFamily="18" charset="0"/>
                <a:sym typeface="Symbol" panose="05050102010706020507" pitchFamily="18" charset="2"/>
              </a:rPr>
              <a:t></a:t>
            </a:r>
            <a:r>
              <a:rPr lang="vi-VN" b="1">
                <a:solidFill>
                  <a:schemeClr val="bg1"/>
                </a:solidFill>
                <a:latin typeface="Times New Roman" panose="02020603050405020304" pitchFamily="18" charset="0"/>
                <a:cs typeface="Times New Roman" panose="02020603050405020304" pitchFamily="18" charset="0"/>
              </a:rPr>
              <a:t> : Giá trị trung bình </a:t>
            </a:r>
            <a:endParaRPr lang="en-US" b="1">
              <a:solidFill>
                <a:schemeClr val="bg1"/>
              </a:solidFill>
              <a:latin typeface="Times New Roman" panose="02020603050405020304" pitchFamily="18" charset="0"/>
              <a:cs typeface="Times New Roman" panose="02020603050405020304" pitchFamily="18" charset="0"/>
            </a:endParaRPr>
          </a:p>
          <a:p>
            <a:r>
              <a:rPr lang="vi-VN" b="1">
                <a:solidFill>
                  <a:schemeClr val="bg1"/>
                </a:solidFill>
                <a:latin typeface="Times New Roman" panose="02020603050405020304" pitchFamily="18" charset="0"/>
                <a:cs typeface="Times New Roman" panose="02020603050405020304" pitchFamily="18" charset="0"/>
                <a:sym typeface="Symbol" panose="05050102010706020507" pitchFamily="18" charset="2"/>
              </a:rPr>
              <a:t></a:t>
            </a:r>
            <a:r>
              <a:rPr lang="vi-VN" b="1">
                <a:solidFill>
                  <a:schemeClr val="bg1"/>
                </a:solidFill>
                <a:latin typeface="Times New Roman" panose="02020603050405020304" pitchFamily="18" charset="0"/>
                <a:cs typeface="Times New Roman" panose="02020603050405020304" pitchFamily="18" charset="0"/>
              </a:rPr>
              <a:t> : Độ lệch chuẩn</a:t>
            </a:r>
            <a:endParaRPr lang="en-US" b="1">
              <a:solidFill>
                <a:schemeClr val="bg1"/>
              </a:solidFill>
              <a:latin typeface="Times New Roman" panose="02020603050405020304" pitchFamily="18" charset="0"/>
              <a:cs typeface="Times New Roman" panose="02020603050405020304" pitchFamily="18" charset="0"/>
            </a:endParaRPr>
          </a:p>
          <a:p>
            <a:r>
              <a:rPr lang="vi-VN" b="1">
                <a:solidFill>
                  <a:schemeClr val="bg1"/>
                </a:solidFill>
                <a:latin typeface="Times New Roman" panose="02020603050405020304" pitchFamily="18" charset="0"/>
                <a:cs typeface="Times New Roman" panose="02020603050405020304" pitchFamily="18" charset="0"/>
                <a:sym typeface="Symbol" panose="05050102010706020507" pitchFamily="18" charset="2"/>
              </a:rPr>
              <a:t></a:t>
            </a:r>
            <a:r>
              <a:rPr lang="vi-VN" b="1" baseline="30000">
                <a:solidFill>
                  <a:schemeClr val="bg1"/>
                </a:solidFill>
                <a:latin typeface="Times New Roman" panose="02020603050405020304" pitchFamily="18" charset="0"/>
                <a:cs typeface="Times New Roman" panose="02020603050405020304" pitchFamily="18" charset="0"/>
              </a:rPr>
              <a:t>2 </a:t>
            </a:r>
            <a:r>
              <a:rPr lang="vi-VN" b="1">
                <a:solidFill>
                  <a:schemeClr val="bg1"/>
                </a:solidFill>
                <a:latin typeface="Times New Roman" panose="02020603050405020304" pitchFamily="18" charset="0"/>
                <a:cs typeface="Times New Roman" panose="02020603050405020304" pitchFamily="18" charset="0"/>
              </a:rPr>
              <a:t>: Phương sai </a:t>
            </a:r>
            <a:endParaRPr sz="2210" b="1">
              <a:solidFill>
                <a:schemeClr val="bg1"/>
              </a:solidFill>
              <a:latin typeface="Times New Roman" panose="02020603050405020304" pitchFamily="18" charset="0"/>
              <a:ea typeface="Merriweather Sans Light"/>
              <a:cs typeface="Times New Roman" panose="02020603050405020304" pitchFamily="18" charset="0"/>
              <a:sym typeface="Merriweather Sans Light"/>
            </a:endParaRPr>
          </a:p>
        </p:txBody>
      </p:sp>
      <p:sp>
        <p:nvSpPr>
          <p:cNvPr id="3" name="TextBox 2">
            <a:extLst>
              <a:ext uri="{FF2B5EF4-FFF2-40B4-BE49-F238E27FC236}">
                <a16:creationId xmlns:a16="http://schemas.microsoft.com/office/drawing/2014/main" id="{05BFE39A-AB9B-688B-C0FA-2A65E8039636}"/>
              </a:ext>
            </a:extLst>
          </p:cNvPr>
          <p:cNvSpPr txBox="1"/>
          <p:nvPr/>
        </p:nvSpPr>
        <p:spPr>
          <a:xfrm>
            <a:off x="171380" y="108805"/>
            <a:ext cx="305660" cy="461665"/>
          </a:xfrm>
          <a:prstGeom prst="rect">
            <a:avLst/>
          </a:prstGeom>
          <a:noFill/>
        </p:spPr>
        <p:txBody>
          <a:bodyPr wrap="square" rtlCol="0">
            <a:spAutoFit/>
          </a:bodyPr>
          <a:lstStyle/>
          <a:p>
            <a:r>
              <a:rPr lang="vi-VN" sz="1200"/>
              <a:t>6</a:t>
            </a:r>
          </a:p>
          <a:p>
            <a:endParaRPr lang="vi-VN" sz="120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drap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35">
                                            <p:txEl>
                                              <p:pRg st="0" end="0"/>
                                            </p:txEl>
                                          </p:spTgt>
                                        </p:tgtEl>
                                        <p:attrNameLst>
                                          <p:attrName>style.visibility</p:attrName>
                                        </p:attrNameLst>
                                      </p:cBhvr>
                                      <p:to>
                                        <p:strVal val="visible"/>
                                      </p:to>
                                    </p:set>
                                    <p:anim calcmode="lin" valueType="num">
                                      <p:cBhvr additive="base">
                                        <p:cTn id="7" dur="500" fill="hold"/>
                                        <p:tgtEl>
                                          <p:spTgt spid="23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23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6" presetClass="entr" presetSubtype="16" fill="hold" grpId="0" nodeType="clickEffect">
                                  <p:stCondLst>
                                    <p:cond delay="0"/>
                                  </p:stCondLst>
                                  <p:childTnLst>
                                    <p:set>
                                      <p:cBhvr>
                                        <p:cTn id="12" dur="1" fill="hold">
                                          <p:stCondLst>
                                            <p:cond delay="0"/>
                                          </p:stCondLst>
                                        </p:cTn>
                                        <p:tgtEl>
                                          <p:spTgt spid="236"/>
                                        </p:tgtEl>
                                        <p:attrNameLst>
                                          <p:attrName>style.visibility</p:attrName>
                                        </p:attrNameLst>
                                      </p:cBhvr>
                                      <p:to>
                                        <p:strVal val="visible"/>
                                      </p:to>
                                    </p:set>
                                    <p:animEffect transition="in" filter="circle(in)">
                                      <p:cBhvr>
                                        <p:cTn id="13" dur="2000"/>
                                        <p:tgtEl>
                                          <p:spTgt spid="236"/>
                                        </p:tgtEl>
                                      </p:cBhvr>
                                    </p:animEffect>
                                  </p:childTnLst>
                                </p:cTn>
                              </p:par>
                            </p:childTnLst>
                          </p:cTn>
                        </p:par>
                      </p:childTnLst>
                    </p:cTn>
                  </p:par>
                  <p:par>
                    <p:cTn id="14" fill="hold">
                      <p:stCondLst>
                        <p:cond delay="indefinite"/>
                      </p:stCondLst>
                      <p:childTnLst>
                        <p:par>
                          <p:cTn id="15" fill="hold">
                            <p:stCondLst>
                              <p:cond delay="0"/>
                            </p:stCondLst>
                            <p:childTnLst>
                              <p:par>
                                <p:cTn id="16" presetID="42" presetClass="entr" presetSubtype="0" fill="hold" grpId="0"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fade">
                                      <p:cBhvr>
                                        <p:cTn id="18" dur="1000"/>
                                        <p:tgtEl>
                                          <p:spTgt spid="2"/>
                                        </p:tgtEl>
                                      </p:cBhvr>
                                    </p:animEffect>
                                    <p:anim calcmode="lin" valueType="num">
                                      <p:cBhvr>
                                        <p:cTn id="19" dur="1000" fill="hold"/>
                                        <p:tgtEl>
                                          <p:spTgt spid="2"/>
                                        </p:tgtEl>
                                        <p:attrNameLst>
                                          <p:attrName>ppt_x</p:attrName>
                                        </p:attrNameLst>
                                      </p:cBhvr>
                                      <p:tavLst>
                                        <p:tav tm="0">
                                          <p:val>
                                            <p:strVal val="#ppt_x"/>
                                          </p:val>
                                        </p:tav>
                                        <p:tav tm="100000">
                                          <p:val>
                                            <p:strVal val="#ppt_x"/>
                                          </p:val>
                                        </p:tav>
                                      </p:tavLst>
                                    </p:anim>
                                    <p:anim calcmode="lin" valueType="num">
                                      <p:cBhvr>
                                        <p:cTn id="20"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6" grpId="0"/>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2" name="Google Shape;242;p21"/>
          <p:cNvSpPr txBox="1"/>
          <p:nvPr/>
        </p:nvSpPr>
        <p:spPr>
          <a:xfrm>
            <a:off x="73958" y="3234017"/>
            <a:ext cx="3331381" cy="1122829"/>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vi-VN" sz="3010">
                <a:solidFill>
                  <a:schemeClr val="bg1"/>
                </a:solidFill>
                <a:latin typeface="Merriweather"/>
                <a:ea typeface="Merriweather"/>
                <a:cs typeface="Merriweather"/>
                <a:sym typeface="Merriweather"/>
              </a:rPr>
              <a:t>Các bước thực hiện (5 bước)</a:t>
            </a:r>
            <a:endParaRPr sz="3010">
              <a:solidFill>
                <a:schemeClr val="bg1"/>
              </a:solidFill>
              <a:latin typeface="Merriweather"/>
              <a:ea typeface="Merriweather"/>
              <a:cs typeface="Merriweather"/>
              <a:sym typeface="Merriweather"/>
            </a:endParaRPr>
          </a:p>
        </p:txBody>
      </p:sp>
      <p:sp>
        <p:nvSpPr>
          <p:cNvPr id="3" name="Oval 2"/>
          <p:cNvSpPr/>
          <p:nvPr/>
        </p:nvSpPr>
        <p:spPr>
          <a:xfrm>
            <a:off x="73958" y="316005"/>
            <a:ext cx="1869141" cy="1459006"/>
          </a:xfrm>
          <a:prstGeom prst="ellipse">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vi-VN" sz="1200" b="1">
                <a:solidFill>
                  <a:srgbClr val="00B050"/>
                </a:solidFill>
                <a:latin typeface="Bahnschrift SemiBold" panose="020B0502040204020203" pitchFamily="34" charset="0"/>
              </a:rPr>
              <a:t>Bước 1 </a:t>
            </a:r>
          </a:p>
          <a:p>
            <a:pPr algn="ctr"/>
            <a:r>
              <a:rPr lang="vi-VN" sz="1200">
                <a:latin typeface="Bahnschrift SemiBold" panose="020B0502040204020203" pitchFamily="34" charset="0"/>
              </a:rPr>
              <a:t>Đưa vào hệ thống xử lý một file âm thanh không nhiễu </a:t>
            </a:r>
            <a:endParaRPr lang="en-US" sz="1200">
              <a:latin typeface="Bahnschrift SemiBold" panose="020B0502040204020203" pitchFamily="34" charset="0"/>
            </a:endParaRPr>
          </a:p>
        </p:txBody>
      </p:sp>
      <p:sp>
        <p:nvSpPr>
          <p:cNvPr id="7" name="Oval 6"/>
          <p:cNvSpPr/>
          <p:nvPr/>
        </p:nvSpPr>
        <p:spPr>
          <a:xfrm>
            <a:off x="2257984" y="316005"/>
            <a:ext cx="1869141" cy="1459006"/>
          </a:xfrm>
          <a:prstGeom prst="ellipse">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vi-VN" sz="1200" b="1">
                <a:solidFill>
                  <a:srgbClr val="00B050"/>
                </a:solidFill>
                <a:latin typeface="Bahnschrift SemiBold" panose="020B0502040204020203" pitchFamily="34" charset="0"/>
              </a:rPr>
              <a:t>Bước 2 </a:t>
            </a:r>
          </a:p>
          <a:p>
            <a:pPr algn="ctr"/>
            <a:r>
              <a:rPr lang="vi-VN" sz="1200" b="1">
                <a:latin typeface="Bahnschrift SemiBold" panose="020B0502040204020203" pitchFamily="34" charset="0"/>
              </a:rPr>
              <a:t>Tạo nhiễu Gaussian </a:t>
            </a:r>
          </a:p>
          <a:p>
            <a:pPr algn="ctr"/>
            <a:r>
              <a:rPr lang="vi-VN" sz="1200" b="1">
                <a:latin typeface="Bahnschrift SemiBold" panose="020B0502040204020203" pitchFamily="34" charset="0"/>
              </a:rPr>
              <a:t>(cao tần) </a:t>
            </a:r>
            <a:endParaRPr lang="en-US" sz="1200" b="1">
              <a:latin typeface="Bahnschrift SemiBold" panose="020B0502040204020203" pitchFamily="34" charset="0"/>
            </a:endParaRPr>
          </a:p>
        </p:txBody>
      </p:sp>
      <p:sp>
        <p:nvSpPr>
          <p:cNvPr id="8" name="Oval 7"/>
          <p:cNvSpPr/>
          <p:nvPr/>
        </p:nvSpPr>
        <p:spPr>
          <a:xfrm>
            <a:off x="4442011" y="316005"/>
            <a:ext cx="1869141" cy="1459006"/>
          </a:xfrm>
          <a:prstGeom prst="ellipse">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vi-VN" sz="1200">
                <a:solidFill>
                  <a:srgbClr val="00B050"/>
                </a:solidFill>
                <a:latin typeface="Bahnschrift SemiBold" panose="020B0502040204020203" pitchFamily="34" charset="0"/>
              </a:rPr>
              <a:t>Bước 3</a:t>
            </a:r>
          </a:p>
          <a:p>
            <a:pPr algn="ctr"/>
            <a:r>
              <a:rPr lang="vi-VN" sz="1200">
                <a:latin typeface="Bahnschrift SemiBold" panose="020B0502040204020203" pitchFamily="34" charset="0"/>
              </a:rPr>
              <a:t>Sử dụng bộ lọc thông thấp FIR để lọc nhiễu Gaussian</a:t>
            </a:r>
            <a:endParaRPr lang="en-US" sz="1200">
              <a:latin typeface="Bahnschrift SemiBold" panose="020B0502040204020203" pitchFamily="34" charset="0"/>
            </a:endParaRPr>
          </a:p>
        </p:txBody>
      </p:sp>
      <p:sp>
        <p:nvSpPr>
          <p:cNvPr id="9" name="Oval 8"/>
          <p:cNvSpPr/>
          <p:nvPr/>
        </p:nvSpPr>
        <p:spPr>
          <a:xfrm>
            <a:off x="6311152" y="1775011"/>
            <a:ext cx="1869141" cy="1459006"/>
          </a:xfrm>
          <a:prstGeom prst="ellipse">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vi-VN" sz="1200">
                <a:solidFill>
                  <a:srgbClr val="00B050"/>
                </a:solidFill>
                <a:latin typeface="Bahnschrift SemiBold" panose="020B0502040204020203" pitchFamily="34" charset="0"/>
              </a:rPr>
              <a:t>Bước 4 </a:t>
            </a:r>
          </a:p>
          <a:p>
            <a:pPr algn="ctr"/>
            <a:r>
              <a:rPr lang="vi-VN" sz="1200">
                <a:latin typeface="Bahnschrift SemiBold" panose="020B0502040204020203" pitchFamily="34" charset="0"/>
              </a:rPr>
              <a:t>Xuất file có nhiễu Gaussian và file đã được lọc.</a:t>
            </a:r>
          </a:p>
        </p:txBody>
      </p:sp>
      <p:sp>
        <p:nvSpPr>
          <p:cNvPr id="10" name="Oval 9"/>
          <p:cNvSpPr/>
          <p:nvPr/>
        </p:nvSpPr>
        <p:spPr>
          <a:xfrm>
            <a:off x="6311151" y="3366246"/>
            <a:ext cx="1869141" cy="1459006"/>
          </a:xfrm>
          <a:prstGeom prst="ellipse">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vi-VN" sz="1200">
                <a:solidFill>
                  <a:srgbClr val="00B050"/>
                </a:solidFill>
                <a:latin typeface="Bahnschrift SemiBold" panose="020B0502040204020203" pitchFamily="34" charset="0"/>
              </a:rPr>
              <a:t>Bước 5 </a:t>
            </a:r>
          </a:p>
          <a:p>
            <a:pPr algn="ctr"/>
            <a:r>
              <a:rPr lang="vi-VN" sz="1200">
                <a:latin typeface="Bahnschrift SemiBold" panose="020B0502040204020203" pitchFamily="34" charset="0"/>
              </a:rPr>
              <a:t>Phân tích chất lượng âm thanh cùng với phổ tín hiệu của hai file</a:t>
            </a:r>
            <a:endParaRPr lang="en-US" sz="1200">
              <a:latin typeface="Bahnschrift SemiBold" panose="020B0502040204020203" pitchFamily="34" charset="0"/>
            </a:endParaRPr>
          </a:p>
        </p:txBody>
      </p:sp>
      <p:sp>
        <p:nvSpPr>
          <p:cNvPr id="2" name="TextBox 1">
            <a:extLst>
              <a:ext uri="{FF2B5EF4-FFF2-40B4-BE49-F238E27FC236}">
                <a16:creationId xmlns:a16="http://schemas.microsoft.com/office/drawing/2014/main" id="{0B3B1F5C-29F1-3580-5C76-9846639014D1}"/>
              </a:ext>
            </a:extLst>
          </p:cNvPr>
          <p:cNvSpPr txBox="1"/>
          <p:nvPr/>
        </p:nvSpPr>
        <p:spPr>
          <a:xfrm>
            <a:off x="8674788" y="4681835"/>
            <a:ext cx="305660" cy="461665"/>
          </a:xfrm>
          <a:prstGeom prst="rect">
            <a:avLst/>
          </a:prstGeom>
          <a:noFill/>
        </p:spPr>
        <p:txBody>
          <a:bodyPr wrap="square" rtlCol="0">
            <a:spAutoFit/>
          </a:bodyPr>
          <a:lstStyle/>
          <a:p>
            <a:r>
              <a:rPr lang="vi-VN" sz="1200"/>
              <a:t>7</a:t>
            </a:r>
          </a:p>
          <a:p>
            <a:endParaRPr lang="vi-VN" sz="120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42"/>
                                        </p:tgtEl>
                                        <p:attrNameLst>
                                          <p:attrName>style.visibility</p:attrName>
                                        </p:attrNameLst>
                                      </p:cBhvr>
                                      <p:to>
                                        <p:strVal val="visible"/>
                                      </p:to>
                                    </p:set>
                                    <p:animEffect transition="in" filter="barn(inVertical)">
                                      <p:cBhvr>
                                        <p:cTn id="7" dur="500"/>
                                        <p:tgtEl>
                                          <p:spTgt spid="242"/>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 calcmode="lin" valueType="num">
                                      <p:cBhvr additive="base">
                                        <p:cTn id="12" dur="500" fill="hold"/>
                                        <p:tgtEl>
                                          <p:spTgt spid="3"/>
                                        </p:tgtEl>
                                        <p:attrNameLst>
                                          <p:attrName>ppt_x</p:attrName>
                                        </p:attrNameLst>
                                      </p:cBhvr>
                                      <p:tavLst>
                                        <p:tav tm="0">
                                          <p:val>
                                            <p:strVal val="#ppt_x"/>
                                          </p:val>
                                        </p:tav>
                                        <p:tav tm="100000">
                                          <p:val>
                                            <p:strVal val="#ppt_x"/>
                                          </p:val>
                                        </p:tav>
                                      </p:tavLst>
                                    </p:anim>
                                    <p:anim calcmode="lin" valueType="num">
                                      <p:cBhvr additive="base">
                                        <p:cTn id="13"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500" fill="hold"/>
                                        <p:tgtEl>
                                          <p:spTgt spid="7"/>
                                        </p:tgtEl>
                                        <p:attrNameLst>
                                          <p:attrName>ppt_x</p:attrName>
                                        </p:attrNameLst>
                                      </p:cBhvr>
                                      <p:tavLst>
                                        <p:tav tm="0">
                                          <p:val>
                                            <p:strVal val="#ppt_x"/>
                                          </p:val>
                                        </p:tav>
                                        <p:tav tm="100000">
                                          <p:val>
                                            <p:strVal val="#ppt_x"/>
                                          </p:val>
                                        </p:tav>
                                      </p:tavLst>
                                    </p:anim>
                                    <p:anim calcmode="lin" valueType="num">
                                      <p:cBhvr additive="base">
                                        <p:cTn id="19"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8"/>
                                        </p:tgtEl>
                                        <p:attrNameLst>
                                          <p:attrName>style.visibility</p:attrName>
                                        </p:attrNameLst>
                                      </p:cBhvr>
                                      <p:to>
                                        <p:strVal val="visible"/>
                                      </p:to>
                                    </p:set>
                                    <p:anim calcmode="lin" valueType="num">
                                      <p:cBhvr additive="base">
                                        <p:cTn id="24" dur="500" fill="hold"/>
                                        <p:tgtEl>
                                          <p:spTgt spid="8"/>
                                        </p:tgtEl>
                                        <p:attrNameLst>
                                          <p:attrName>ppt_x</p:attrName>
                                        </p:attrNameLst>
                                      </p:cBhvr>
                                      <p:tavLst>
                                        <p:tav tm="0">
                                          <p:val>
                                            <p:strVal val="#ppt_x"/>
                                          </p:val>
                                        </p:tav>
                                        <p:tav tm="100000">
                                          <p:val>
                                            <p:strVal val="#ppt_x"/>
                                          </p:val>
                                        </p:tav>
                                      </p:tavLst>
                                    </p:anim>
                                    <p:anim calcmode="lin" valueType="num">
                                      <p:cBhvr additive="base">
                                        <p:cTn id="25"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 calcmode="lin" valueType="num">
                                      <p:cBhvr additive="base">
                                        <p:cTn id="30" dur="500" fill="hold"/>
                                        <p:tgtEl>
                                          <p:spTgt spid="9"/>
                                        </p:tgtEl>
                                        <p:attrNameLst>
                                          <p:attrName>ppt_x</p:attrName>
                                        </p:attrNameLst>
                                      </p:cBhvr>
                                      <p:tavLst>
                                        <p:tav tm="0">
                                          <p:val>
                                            <p:strVal val="#ppt_x"/>
                                          </p:val>
                                        </p:tav>
                                        <p:tav tm="100000">
                                          <p:val>
                                            <p:strVal val="#ppt_x"/>
                                          </p:val>
                                        </p:tav>
                                      </p:tavLst>
                                    </p:anim>
                                    <p:anim calcmode="lin" valueType="num">
                                      <p:cBhvr additive="base">
                                        <p:cTn id="31"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grpId="0" nodeType="clickEffect">
                                  <p:stCondLst>
                                    <p:cond delay="0"/>
                                  </p:stCondLst>
                                  <p:childTnLst>
                                    <p:set>
                                      <p:cBhvr>
                                        <p:cTn id="35" dur="1" fill="hold">
                                          <p:stCondLst>
                                            <p:cond delay="0"/>
                                          </p:stCondLst>
                                        </p:cTn>
                                        <p:tgtEl>
                                          <p:spTgt spid="10"/>
                                        </p:tgtEl>
                                        <p:attrNameLst>
                                          <p:attrName>style.visibility</p:attrName>
                                        </p:attrNameLst>
                                      </p:cBhvr>
                                      <p:to>
                                        <p:strVal val="visible"/>
                                      </p:to>
                                    </p:set>
                                    <p:anim calcmode="lin" valueType="num">
                                      <p:cBhvr additive="base">
                                        <p:cTn id="36" dur="500" fill="hold"/>
                                        <p:tgtEl>
                                          <p:spTgt spid="10"/>
                                        </p:tgtEl>
                                        <p:attrNameLst>
                                          <p:attrName>ppt_x</p:attrName>
                                        </p:attrNameLst>
                                      </p:cBhvr>
                                      <p:tavLst>
                                        <p:tav tm="0">
                                          <p:val>
                                            <p:strVal val="#ppt_x"/>
                                          </p:val>
                                        </p:tav>
                                        <p:tav tm="100000">
                                          <p:val>
                                            <p:strVal val="#ppt_x"/>
                                          </p:val>
                                        </p:tav>
                                      </p:tavLst>
                                    </p:anim>
                                    <p:anim calcmode="lin" valueType="num">
                                      <p:cBhvr additive="base">
                                        <p:cTn id="37"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2" grpId="0"/>
      <p:bldP spid="3" grpId="0" animBg="1"/>
      <p:bldP spid="7" grpId="0" animBg="1"/>
      <p:bldP spid="8" grpId="0" animBg="1"/>
      <p:bldP spid="9" grpId="0" animBg="1"/>
      <p:bldP spid="10"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D5E0BC9-869F-6123-51B2-501117985BE3}"/>
              </a:ext>
            </a:extLst>
          </p:cNvPr>
          <p:cNvSpPr>
            <a:spLocks noGrp="1"/>
          </p:cNvSpPr>
          <p:nvPr>
            <p:ph type="ctrTitle"/>
          </p:nvPr>
        </p:nvSpPr>
        <p:spPr>
          <a:xfrm>
            <a:off x="5813063" y="2438400"/>
            <a:ext cx="2052264" cy="944136"/>
          </a:xfrm>
        </p:spPr>
        <p:txBody>
          <a:bodyPr>
            <a:normAutofit fontScale="90000"/>
          </a:bodyPr>
          <a:lstStyle/>
          <a:p>
            <a:pPr algn="ctr"/>
            <a:r>
              <a:rPr lang="vi-VN" err="1"/>
              <a:t>Code</a:t>
            </a:r>
            <a:r>
              <a:rPr lang="vi-VN"/>
              <a:t> tạo nhiễu </a:t>
            </a:r>
          </a:p>
        </p:txBody>
      </p:sp>
      <p:sp>
        <p:nvSpPr>
          <p:cNvPr id="6" name="TextBox 5">
            <a:extLst>
              <a:ext uri="{FF2B5EF4-FFF2-40B4-BE49-F238E27FC236}">
                <a16:creationId xmlns:a16="http://schemas.microsoft.com/office/drawing/2014/main" id="{24892345-B1AD-9674-AC4C-BB20A4689FC1}"/>
              </a:ext>
            </a:extLst>
          </p:cNvPr>
          <p:cNvSpPr txBox="1"/>
          <p:nvPr/>
        </p:nvSpPr>
        <p:spPr>
          <a:xfrm>
            <a:off x="602166" y="921834"/>
            <a:ext cx="4207727" cy="3404839"/>
          </a:xfrm>
          <a:prstGeom prst="rect">
            <a:avLst/>
          </a:prstGeom>
          <a:noFill/>
        </p:spPr>
        <p:txBody>
          <a:bodyPr wrap="square" rtlCol="0">
            <a:spAutoFit/>
          </a:bodyPr>
          <a:lstStyle/>
          <a:p>
            <a:endParaRPr lang="vi-VN"/>
          </a:p>
        </p:txBody>
      </p:sp>
      <p:sp>
        <p:nvSpPr>
          <p:cNvPr id="9" name="TextBox 8">
            <a:extLst>
              <a:ext uri="{FF2B5EF4-FFF2-40B4-BE49-F238E27FC236}">
                <a16:creationId xmlns:a16="http://schemas.microsoft.com/office/drawing/2014/main" id="{FC9D0693-B37E-71BD-8E19-DA6517D359A0}"/>
              </a:ext>
            </a:extLst>
          </p:cNvPr>
          <p:cNvSpPr txBox="1"/>
          <p:nvPr/>
        </p:nvSpPr>
        <p:spPr>
          <a:xfrm>
            <a:off x="130097" y="676508"/>
            <a:ext cx="5058937" cy="4293483"/>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vi-VN" sz="1300">
                <a:solidFill>
                  <a:srgbClr val="00B050"/>
                </a:solidFill>
                <a:latin typeface="Consolas" panose="020B0609020204030204" pitchFamily="49" charset="0"/>
              </a:rPr>
              <a:t># Tạo nhiễu Gaussian</a:t>
            </a:r>
          </a:p>
          <a:p>
            <a:r>
              <a:rPr lang="vi-VN" sz="1300">
                <a:latin typeface="Consolas" panose="020B0609020204030204" pitchFamily="49" charset="0"/>
              </a:rPr>
              <a:t>noise = np.random.normal(0, 0.02, audioData.shape) # độ lệch chuẩn là 0.02</a:t>
            </a:r>
          </a:p>
          <a:p>
            <a:r>
              <a:rPr lang="vi-VN" sz="1300">
                <a:solidFill>
                  <a:srgbClr val="00B050"/>
                </a:solidFill>
                <a:latin typeface="Consolas" panose="020B0609020204030204" pitchFamily="49" charset="0"/>
              </a:rPr>
              <a:t># Tạo bộ lọc thông cao (high-pass filter) để tạo nhiễu Gaussian có tần số cao</a:t>
            </a:r>
          </a:p>
          <a:p>
            <a:r>
              <a:rPr lang="vi-VN" sz="1300">
                <a:latin typeface="Consolas" panose="020B0609020204030204" pitchFamily="49" charset="0"/>
              </a:rPr>
              <a:t>hp_filter_order = 101</a:t>
            </a:r>
          </a:p>
          <a:p>
            <a:r>
              <a:rPr lang="vi-VN" sz="1300">
                <a:latin typeface="Consolas" panose="020B0609020204030204" pitchFamily="49" charset="0"/>
              </a:rPr>
              <a:t>hp_cutoff_frequency = 5000  # Tần số cắt là 5000 Hz</a:t>
            </a:r>
          </a:p>
          <a:p>
            <a:r>
              <a:rPr lang="vi-VN" sz="1300">
                <a:latin typeface="Consolas" panose="020B0609020204030204" pitchFamily="49" charset="0"/>
              </a:rPr>
              <a:t>hp_cutoff_normalized = hp_cutoff_frequency / (sampleRate / 2)  # Chuẩn hóa tần số cắt</a:t>
            </a:r>
          </a:p>
          <a:p>
            <a:r>
              <a:rPr lang="vi-VN" sz="1300">
                <a:solidFill>
                  <a:srgbClr val="00B050"/>
                </a:solidFill>
                <a:latin typeface="Consolas" panose="020B0609020204030204" pitchFamily="49" charset="0"/>
              </a:rPr>
              <a:t># Thiết kế bộ lọc thông cao</a:t>
            </a:r>
          </a:p>
          <a:p>
            <a:r>
              <a:rPr lang="vi-VN" sz="1300">
                <a:latin typeface="Consolas" panose="020B0609020204030204" pitchFamily="49" charset="0"/>
              </a:rPr>
              <a:t>b_hp = firwin(hp_filter_order, hp_cutoff_normalized, pass_zero=False)</a:t>
            </a:r>
          </a:p>
          <a:p>
            <a:r>
              <a:rPr lang="vi-VN" sz="1300">
                <a:latin typeface="Consolas" panose="020B0609020204030204" pitchFamily="49" charset="0"/>
              </a:rPr>
              <a:t>a_hp = 1</a:t>
            </a:r>
          </a:p>
          <a:p>
            <a:r>
              <a:rPr lang="vi-VN" sz="1300">
                <a:solidFill>
                  <a:srgbClr val="00B050"/>
                </a:solidFill>
                <a:latin typeface="Consolas" panose="020B0609020204030204" pitchFamily="49" charset="0"/>
              </a:rPr>
              <a:t># Áp dụng bộ lọc thông cao lên nhiễu Gaussian</a:t>
            </a:r>
          </a:p>
          <a:p>
            <a:r>
              <a:rPr lang="vi-VN" sz="1300">
                <a:latin typeface="Consolas" panose="020B0609020204030204" pitchFamily="49" charset="0"/>
              </a:rPr>
              <a:t>high_freq_noise = lfilter(b_hp, a_hp, noise)</a:t>
            </a:r>
          </a:p>
          <a:p>
            <a:r>
              <a:rPr lang="vi-VN" sz="1300">
                <a:solidFill>
                  <a:srgbClr val="00B050"/>
                </a:solidFill>
                <a:latin typeface="Consolas" panose="020B0609020204030204" pitchFamily="49" charset="0"/>
              </a:rPr>
              <a:t># Thêm nhiễu Gaussian tần số cao vào tín hiệu âm thanh</a:t>
            </a:r>
          </a:p>
          <a:p>
            <a:r>
              <a:rPr lang="vi-VN" sz="1300">
                <a:latin typeface="Consolas" panose="020B0609020204030204" pitchFamily="49" charset="0"/>
              </a:rPr>
              <a:t>audioData_noise = audioData + high_freq_noise * np.max(audioData)</a:t>
            </a:r>
          </a:p>
          <a:p>
            <a:endParaRPr lang="vi-VN" sz="1300">
              <a:latin typeface="Consolas" panose="020B0609020204030204" pitchFamily="49" charset="0"/>
            </a:endParaRPr>
          </a:p>
          <a:p>
            <a:endParaRPr lang="vi-VN" sz="1300">
              <a:latin typeface="Consolas" panose="020B0609020204030204" pitchFamily="49" charset="0"/>
            </a:endParaRPr>
          </a:p>
        </p:txBody>
      </p:sp>
      <p:sp>
        <p:nvSpPr>
          <p:cNvPr id="11" name="TextBox 10">
            <a:extLst>
              <a:ext uri="{FF2B5EF4-FFF2-40B4-BE49-F238E27FC236}">
                <a16:creationId xmlns:a16="http://schemas.microsoft.com/office/drawing/2014/main" id="{FC53CB63-492F-C0B8-7884-1D999F461608}"/>
              </a:ext>
            </a:extLst>
          </p:cNvPr>
          <p:cNvSpPr txBox="1"/>
          <p:nvPr/>
        </p:nvSpPr>
        <p:spPr>
          <a:xfrm>
            <a:off x="8638478" y="4620280"/>
            <a:ext cx="375425" cy="523220"/>
          </a:xfrm>
          <a:prstGeom prst="rect">
            <a:avLst/>
          </a:prstGeom>
          <a:noFill/>
        </p:spPr>
        <p:txBody>
          <a:bodyPr wrap="square" rtlCol="0">
            <a:spAutoFit/>
          </a:bodyPr>
          <a:lstStyle/>
          <a:p>
            <a:r>
              <a:rPr lang="vi-VN"/>
              <a:t>8</a:t>
            </a:r>
          </a:p>
          <a:p>
            <a:endParaRPr lang="vi-VN"/>
          </a:p>
        </p:txBody>
      </p:sp>
    </p:spTree>
    <p:extLst>
      <p:ext uri="{BB962C8B-B14F-4D97-AF65-F5344CB8AC3E}">
        <p14:creationId xmlns:p14="http://schemas.microsoft.com/office/powerpoint/2010/main" val="3330196825"/>
      </p:ext>
    </p:extLst>
  </p:cSld>
  <p:clrMapOvr>
    <a:masterClrMapping/>
  </p:clrMapOvr>
  <p:transition spd="slow">
    <p:cove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1000"/>
                                        <p:tgtEl>
                                          <p:spTgt spid="9"/>
                                        </p:tgtEl>
                                      </p:cBhvr>
                                    </p:animEffect>
                                    <p:anim calcmode="lin" valueType="num">
                                      <p:cBhvr>
                                        <p:cTn id="13" dur="1000" fill="hold"/>
                                        <p:tgtEl>
                                          <p:spTgt spid="9"/>
                                        </p:tgtEl>
                                        <p:attrNameLst>
                                          <p:attrName>ppt_x</p:attrName>
                                        </p:attrNameLst>
                                      </p:cBhvr>
                                      <p:tavLst>
                                        <p:tav tm="0">
                                          <p:val>
                                            <p:strVal val="#ppt_x"/>
                                          </p:val>
                                        </p:tav>
                                        <p:tav tm="100000">
                                          <p:val>
                                            <p:strVal val="#ppt_x"/>
                                          </p:val>
                                        </p:tav>
                                      </p:tavLst>
                                    </p:anim>
                                    <p:anim calcmode="lin" valueType="num">
                                      <p:cBhvr>
                                        <p:cTn id="14"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09C4E91-30DB-D6B3-008F-835D46DE6D84}"/>
              </a:ext>
            </a:extLst>
          </p:cNvPr>
          <p:cNvSpPr>
            <a:spLocks noGrp="1"/>
          </p:cNvSpPr>
          <p:nvPr>
            <p:ph type="ctrTitle"/>
          </p:nvPr>
        </p:nvSpPr>
        <p:spPr>
          <a:xfrm>
            <a:off x="5002038" y="1933364"/>
            <a:ext cx="4045317" cy="1276771"/>
          </a:xfrm>
        </p:spPr>
        <p:txBody>
          <a:bodyPr>
            <a:normAutofit fontScale="90000"/>
          </a:bodyPr>
          <a:lstStyle/>
          <a:p>
            <a:pPr algn="ctr"/>
            <a:r>
              <a:rPr lang="vi-VN"/>
              <a:t>Code cho bộ lọc thông thấp </a:t>
            </a:r>
          </a:p>
        </p:txBody>
      </p:sp>
      <p:sp>
        <p:nvSpPr>
          <p:cNvPr id="6" name="TextBox 5">
            <a:extLst>
              <a:ext uri="{FF2B5EF4-FFF2-40B4-BE49-F238E27FC236}">
                <a16:creationId xmlns:a16="http://schemas.microsoft.com/office/drawing/2014/main" id="{F33B20C5-2A04-CB0B-7F1E-7142E6047F7B}"/>
              </a:ext>
            </a:extLst>
          </p:cNvPr>
          <p:cNvSpPr txBox="1"/>
          <p:nvPr/>
        </p:nvSpPr>
        <p:spPr>
          <a:xfrm>
            <a:off x="215590" y="1300975"/>
            <a:ext cx="4786448" cy="3108543"/>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vi-VN">
                <a:solidFill>
                  <a:srgbClr val="00B050"/>
                </a:solidFill>
                <a:latin typeface="Consolas" panose="020B0609020204030204" pitchFamily="49" charset="0"/>
                <a:cs typeface="Arial" panose="020B0604020202020204" pitchFamily="34" charset="0"/>
              </a:rPr>
              <a:t># Bộ lọc FIR thông thấp</a:t>
            </a:r>
          </a:p>
          <a:p>
            <a:r>
              <a:rPr lang="vi-VN">
                <a:latin typeface="Consolas" panose="020B0609020204030204" pitchFamily="49" charset="0"/>
                <a:cs typeface="Arial" panose="020B0604020202020204" pitchFamily="34" charset="0"/>
              </a:rPr>
              <a:t>filterOrder = 201</a:t>
            </a:r>
          </a:p>
          <a:p>
            <a:r>
              <a:rPr lang="vi-VN">
                <a:latin typeface="Consolas" panose="020B0609020204030204" pitchFamily="49" charset="0"/>
                <a:cs typeface="Arial" panose="020B0604020202020204" pitchFamily="34" charset="0"/>
              </a:rPr>
              <a:t>cutoffFrequency = 4500  # Tần số cắt là 4500 Hz</a:t>
            </a:r>
          </a:p>
          <a:p>
            <a:r>
              <a:rPr lang="vi-VN">
                <a:latin typeface="Consolas" panose="020B0609020204030204" pitchFamily="49" charset="0"/>
                <a:cs typeface="Arial" panose="020B0604020202020204" pitchFamily="34" charset="0"/>
              </a:rPr>
              <a:t>cutoffNormalized = cutoffFrequency / (sampleRate / 2)  # Chuẩn hóa tần số cắt</a:t>
            </a:r>
          </a:p>
          <a:p>
            <a:r>
              <a:rPr lang="vi-VN">
                <a:solidFill>
                  <a:srgbClr val="00B050"/>
                </a:solidFill>
                <a:latin typeface="Consolas" panose="020B0609020204030204" pitchFamily="49" charset="0"/>
                <a:cs typeface="Arial" panose="020B0604020202020204" pitchFamily="34" charset="0"/>
              </a:rPr>
              <a:t># Thiết kế bộ lọc FIR thông thấp</a:t>
            </a:r>
          </a:p>
          <a:p>
            <a:r>
              <a:rPr lang="vi-VN">
                <a:latin typeface="Consolas" panose="020B0609020204030204" pitchFamily="49" charset="0"/>
                <a:cs typeface="Arial" panose="020B0604020202020204" pitchFamily="34" charset="0"/>
              </a:rPr>
              <a:t>b_lp = firwin(filterOrder, cutoffNormalized, window='hamming')</a:t>
            </a:r>
          </a:p>
          <a:p>
            <a:r>
              <a:rPr lang="vi-VN">
                <a:latin typeface="Consolas" panose="020B0609020204030204" pitchFamily="49" charset="0"/>
                <a:cs typeface="Arial" panose="020B0604020202020204" pitchFamily="34" charset="0"/>
              </a:rPr>
              <a:t>a_lp = 1</a:t>
            </a:r>
          </a:p>
          <a:p>
            <a:r>
              <a:rPr lang="vi-VN">
                <a:solidFill>
                  <a:srgbClr val="00B050"/>
                </a:solidFill>
                <a:latin typeface="Consolas" panose="020B0609020204030204" pitchFamily="49" charset="0"/>
                <a:cs typeface="Arial" panose="020B0604020202020204" pitchFamily="34" charset="0"/>
              </a:rPr>
              <a:t># Áp dụng bộ lọc FIR thông thấp lên tín hiệu có nhiễu</a:t>
            </a:r>
          </a:p>
          <a:p>
            <a:r>
              <a:rPr lang="vi-VN">
                <a:latin typeface="Consolas" panose="020B0609020204030204" pitchFamily="49" charset="0"/>
                <a:cs typeface="Arial" panose="020B0604020202020204" pitchFamily="34" charset="0"/>
              </a:rPr>
              <a:t>yn = lfilter(b_lp, a_lp, audioData_noise)</a:t>
            </a:r>
          </a:p>
          <a:p>
            <a:endParaRPr lang="vi-VN">
              <a:latin typeface="Consolas" panose="020B0609020204030204" pitchFamily="49" charset="0"/>
              <a:cs typeface="Arial" panose="020B0604020202020204" pitchFamily="34" charset="0"/>
            </a:endParaRPr>
          </a:p>
        </p:txBody>
      </p:sp>
      <p:sp>
        <p:nvSpPr>
          <p:cNvPr id="7" name="TextBox 6">
            <a:extLst>
              <a:ext uri="{FF2B5EF4-FFF2-40B4-BE49-F238E27FC236}">
                <a16:creationId xmlns:a16="http://schemas.microsoft.com/office/drawing/2014/main" id="{AEBA1426-8A70-FA98-F171-88E80713524D}"/>
              </a:ext>
            </a:extLst>
          </p:cNvPr>
          <p:cNvSpPr txBox="1"/>
          <p:nvPr/>
        </p:nvSpPr>
        <p:spPr>
          <a:xfrm>
            <a:off x="825191" y="66908"/>
            <a:ext cx="356839" cy="307777"/>
          </a:xfrm>
          <a:prstGeom prst="rect">
            <a:avLst/>
          </a:prstGeom>
          <a:noFill/>
        </p:spPr>
        <p:txBody>
          <a:bodyPr wrap="square" rtlCol="0">
            <a:spAutoFit/>
          </a:bodyPr>
          <a:lstStyle/>
          <a:p>
            <a:r>
              <a:rPr lang="vi-VN"/>
              <a:t>9</a:t>
            </a:r>
          </a:p>
        </p:txBody>
      </p:sp>
    </p:spTree>
    <p:extLst>
      <p:ext uri="{BB962C8B-B14F-4D97-AF65-F5344CB8AC3E}">
        <p14:creationId xmlns:p14="http://schemas.microsoft.com/office/powerpoint/2010/main" val="1280806938"/>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1000"/>
                                        <p:tgtEl>
                                          <p:spTgt spid="6"/>
                                        </p:tgtEl>
                                      </p:cBhvr>
                                    </p:animEffect>
                                    <p:anim calcmode="lin" valueType="num">
                                      <p:cBhvr>
                                        <p:cTn id="13" dur="1000" fill="hold"/>
                                        <p:tgtEl>
                                          <p:spTgt spid="6"/>
                                        </p:tgtEl>
                                        <p:attrNameLst>
                                          <p:attrName>ppt_x</p:attrName>
                                        </p:attrNameLst>
                                      </p:cBhvr>
                                      <p:tavLst>
                                        <p:tav tm="0">
                                          <p:val>
                                            <p:strVal val="#ppt_x"/>
                                          </p:val>
                                        </p:tav>
                                        <p:tav tm="100000">
                                          <p:val>
                                            <p:strVal val="#ppt_x"/>
                                          </p:val>
                                        </p:tav>
                                      </p:tavLst>
                                    </p:anim>
                                    <p:anim calcmode="lin" valueType="num">
                                      <p:cBhvr>
                                        <p:cTn id="14"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50" name="Google Shape;250;p22"/>
          <p:cNvSpPr txBox="1"/>
          <p:nvPr/>
        </p:nvSpPr>
        <p:spPr>
          <a:xfrm>
            <a:off x="458800" y="854974"/>
            <a:ext cx="3994800" cy="859525"/>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vi-VN" sz="2400">
                <a:solidFill>
                  <a:srgbClr val="000000"/>
                </a:solidFill>
                <a:latin typeface="Merriweather"/>
                <a:ea typeface="Merriweather"/>
                <a:cs typeface="Merriweather"/>
                <a:sym typeface="Merriweather"/>
              </a:rPr>
              <a:t>Lý do sử dụng cửa sổ Hamming</a:t>
            </a:r>
            <a:endParaRPr sz="2400">
              <a:solidFill>
                <a:srgbClr val="000000"/>
              </a:solidFill>
              <a:latin typeface="Merriweather"/>
              <a:ea typeface="Merriweather"/>
              <a:cs typeface="Merriweather"/>
              <a:sym typeface="Merriweather"/>
            </a:endParaRPr>
          </a:p>
        </p:txBody>
      </p:sp>
      <p:sp>
        <p:nvSpPr>
          <p:cNvPr id="251" name="Google Shape;251;p22"/>
          <p:cNvSpPr txBox="1"/>
          <p:nvPr/>
        </p:nvSpPr>
        <p:spPr>
          <a:xfrm>
            <a:off x="0" y="1544075"/>
            <a:ext cx="4975411" cy="3471678"/>
          </a:xfrm>
          <a:prstGeom prst="rect">
            <a:avLst/>
          </a:prstGeom>
          <a:noFill/>
          <a:ln>
            <a:noFill/>
          </a:ln>
        </p:spPr>
        <p:txBody>
          <a:bodyPr spcFirstLastPara="1" wrap="square" lIns="91425" tIns="91425" rIns="91425" bIns="91425" anchor="ctr" anchorCtr="0">
            <a:noAutofit/>
          </a:bodyPr>
          <a:lstStyle/>
          <a:p>
            <a:pPr marL="0" lvl="0" indent="0" algn="just" rtl="0">
              <a:lnSpc>
                <a:spcPct val="115000"/>
              </a:lnSpc>
              <a:spcBef>
                <a:spcPts val="0"/>
              </a:spcBef>
              <a:spcAft>
                <a:spcPts val="0"/>
              </a:spcAft>
              <a:buNone/>
            </a:pPr>
            <a:endParaRPr sz="1210">
              <a:solidFill>
                <a:srgbClr val="000000"/>
              </a:solidFill>
              <a:latin typeface="Merriweather Sans Light"/>
              <a:ea typeface="Merriweather Sans Light"/>
              <a:cs typeface="Merriweather Sans Light"/>
              <a:sym typeface="Merriweather Sans Light"/>
            </a:endParaRPr>
          </a:p>
          <a:p>
            <a:pPr marL="457200" lvl="0" indent="-305435" algn="just">
              <a:lnSpc>
                <a:spcPct val="115000"/>
              </a:lnSpc>
              <a:buSzPts val="1210"/>
              <a:buFont typeface="Merriweather Sans Light"/>
              <a:buChar char="➔"/>
            </a:pPr>
            <a:r>
              <a:rPr lang="en-GB" sz="1210">
                <a:latin typeface="Merriweather Sans Light"/>
                <a:ea typeface="Merriweather Sans Light"/>
                <a:cs typeface="Merriweather Sans Light"/>
                <a:sym typeface="Merriweather Sans Light"/>
              </a:rPr>
              <a:t>Giảm thiểu hiệu ứng biên </a:t>
            </a:r>
            <a:r>
              <a:rPr lang="vi-VN" sz="1210">
                <a:latin typeface="Merriweather Sans Light"/>
                <a:ea typeface="Merriweather Sans Light"/>
                <a:cs typeface="Merriweather Sans Light"/>
                <a:sym typeface="Merriweather Sans Light"/>
              </a:rPr>
              <a:t>: Xảy ra khi tín hiệu bị cắt đột ngột tại các biên của cửa sổ , giúp cải thiện độ chính xác của đáp ứng tần số của bộ lọc, làm cho nó mượt mà hơn. </a:t>
            </a:r>
          </a:p>
          <a:p>
            <a:pPr marL="151765" lvl="0" algn="just">
              <a:lnSpc>
                <a:spcPct val="115000"/>
              </a:lnSpc>
              <a:buSzPts val="1210"/>
            </a:pPr>
            <a:endParaRPr sz="1210">
              <a:solidFill>
                <a:srgbClr val="000000"/>
              </a:solidFill>
              <a:latin typeface="Merriweather Sans Light"/>
              <a:ea typeface="Merriweather Sans Light"/>
              <a:cs typeface="Merriweather Sans Light"/>
              <a:sym typeface="Merriweather Sans Light"/>
            </a:endParaRPr>
          </a:p>
          <a:p>
            <a:pPr marL="457200" lvl="0" indent="-305435" algn="just">
              <a:lnSpc>
                <a:spcPct val="115000"/>
              </a:lnSpc>
              <a:buSzPts val="1210"/>
              <a:buFont typeface="Merriweather Sans Light"/>
              <a:buChar char="➔"/>
            </a:pPr>
            <a:r>
              <a:rPr lang="vi-VN" sz="1210">
                <a:latin typeface="Merriweather Sans Light"/>
                <a:ea typeface="Merriweather Sans Light"/>
                <a:cs typeface="Merriweather Sans Light"/>
                <a:sym typeface="Merriweather Sans Light"/>
              </a:rPr>
              <a:t>Đáp ứng tần số mượt mà : Cửa sổ Hamming sẽ có sự chuyển tiếp giữa vùng thông và vùng chặn ít gợn sóng hơn, giảm thiểu hiện tượng ripple trong dải tần bandpass và bandstop.</a:t>
            </a:r>
          </a:p>
          <a:p>
            <a:pPr marL="151765" lvl="0" algn="just">
              <a:lnSpc>
                <a:spcPct val="115000"/>
              </a:lnSpc>
              <a:buSzPts val="1210"/>
            </a:pPr>
            <a:endParaRPr lang="vi-VN" sz="1210">
              <a:latin typeface="Merriweather Sans Light"/>
              <a:ea typeface="Merriweather Sans Light"/>
              <a:cs typeface="Merriweather Sans Light"/>
              <a:sym typeface="Merriweather Sans Light"/>
            </a:endParaRPr>
          </a:p>
          <a:p>
            <a:pPr marL="457200" lvl="0" indent="-305435" algn="just">
              <a:lnSpc>
                <a:spcPct val="115000"/>
              </a:lnSpc>
              <a:buSzPts val="1210"/>
              <a:buFont typeface="Merriweather Sans Light"/>
              <a:buChar char="➔"/>
            </a:pPr>
            <a:r>
              <a:rPr lang="vi-VN" sz="1210">
                <a:latin typeface="Merriweather Sans Light"/>
                <a:ea typeface="Merriweather Sans Light"/>
                <a:cs typeface="Merriweather Sans Light"/>
                <a:sym typeface="Merriweather Sans Light"/>
              </a:rPr>
              <a:t>Tính khả thi và dễ sử dụng : Cửa sổ Hamming dễ tính toán và triển khai trong các thuật toán thiết kế bộ lọc. Nó được tích hợp sẵn trong nhiều thư viện xử lý tín hiệu, như SciPy trong Python, làm cho việc sử dụng trở nên thuận tiện và dễ dàng.</a:t>
            </a:r>
            <a:endParaRPr sz="1210">
              <a:solidFill>
                <a:srgbClr val="000000"/>
              </a:solidFill>
              <a:latin typeface="Merriweather Sans Light"/>
              <a:ea typeface="Merriweather Sans Light"/>
              <a:cs typeface="Merriweather Sans Light"/>
              <a:sym typeface="Merriweather Sans Light"/>
            </a:endParaRPr>
          </a:p>
        </p:txBody>
      </p:sp>
      <p:pic>
        <p:nvPicPr>
          <p:cNvPr id="7" name="Picture 6" descr="A graph of a number of points&#10;&#10;Description automatically generated"/>
          <p:cNvPicPr/>
          <p:nvPr/>
        </p:nvPicPr>
        <p:blipFill>
          <a:blip r:embed="rId3"/>
          <a:stretch>
            <a:fillRect/>
          </a:stretch>
        </p:blipFill>
        <p:spPr>
          <a:xfrm>
            <a:off x="6004112" y="854974"/>
            <a:ext cx="2274339" cy="1353912"/>
          </a:xfrm>
          <a:prstGeom prst="rect">
            <a:avLst/>
          </a:prstGeom>
        </p:spPr>
      </p:pic>
      <p:sp>
        <p:nvSpPr>
          <p:cNvPr id="4" name="TextBox 3"/>
          <p:cNvSpPr txBox="1"/>
          <p:nvPr/>
        </p:nvSpPr>
        <p:spPr>
          <a:xfrm>
            <a:off x="5244352" y="2742161"/>
            <a:ext cx="833719" cy="276999"/>
          </a:xfrm>
          <a:prstGeom prst="rect">
            <a:avLst/>
          </a:prstGeom>
          <a:noFill/>
        </p:spPr>
        <p:txBody>
          <a:bodyPr wrap="square" rtlCol="0">
            <a:spAutoFit/>
          </a:bodyPr>
          <a:lstStyle/>
          <a:p>
            <a:r>
              <a:rPr lang="vi-VN" sz="1200"/>
              <a:t>w</a:t>
            </a:r>
            <a:r>
              <a:rPr lang="vi-VN" sz="1200" baseline="-25000"/>
              <a:t>Ham</a:t>
            </a:r>
            <a:r>
              <a:rPr lang="vi-VN" sz="1200"/>
              <a:t>(n) = </a:t>
            </a:r>
            <a:endParaRPr lang="en-US" sz="1200"/>
          </a:p>
        </p:txBody>
      </p:sp>
      <mc:AlternateContent xmlns:mc="http://schemas.openxmlformats.org/markup-compatibility/2006" xmlns:a14="http://schemas.microsoft.com/office/drawing/2010/main">
        <mc:Choice Requires="a14">
          <p:sp>
            <p:nvSpPr>
              <p:cNvPr id="5" name="TextBox 4"/>
              <p:cNvSpPr txBox="1"/>
              <p:nvPr/>
            </p:nvSpPr>
            <p:spPr>
              <a:xfrm>
                <a:off x="6347012" y="2440640"/>
                <a:ext cx="2776815" cy="368755"/>
              </a:xfrm>
              <a:prstGeom prst="rect">
                <a:avLst/>
              </a:prstGeom>
              <a:noFill/>
            </p:spPr>
            <p:txBody>
              <a:bodyPr wrap="square" rtlCol="0">
                <a:spAutoFit/>
              </a:bodyPr>
              <a:lstStyle/>
              <a:p>
                <a:r>
                  <a:rPr lang="vi-VN" sz="1200"/>
                  <a:t>0.54 – 0.46cos</a:t>
                </a:r>
                <a14:m>
                  <m:oMath xmlns:m="http://schemas.openxmlformats.org/officeDocument/2006/math">
                    <m:d>
                      <m:dPr>
                        <m:ctrlPr>
                          <a:rPr lang="en-US" sz="1200" i="1">
                            <a:latin typeface="Cambria Math" panose="02040503050406030204" pitchFamily="18" charset="0"/>
                          </a:rPr>
                        </m:ctrlPr>
                      </m:dPr>
                      <m:e>
                        <m:f>
                          <m:fPr>
                            <m:ctrlPr>
                              <a:rPr lang="en-US" sz="1200" i="1">
                                <a:latin typeface="Cambria Math" panose="02040503050406030204" pitchFamily="18" charset="0"/>
                              </a:rPr>
                            </m:ctrlPr>
                          </m:fPr>
                          <m:num>
                            <m:r>
                              <a:rPr lang="vi-VN" sz="1200" i="1">
                                <a:latin typeface="Cambria Math" panose="02040503050406030204" pitchFamily="18" charset="0"/>
                              </a:rPr>
                              <m:t>2</m:t>
                            </m:r>
                            <m:r>
                              <a:rPr lang="vi-VN" sz="1200" i="1">
                                <a:latin typeface="Cambria Math" panose="02040503050406030204" pitchFamily="18" charset="0"/>
                              </a:rPr>
                              <m:t>𝜋</m:t>
                            </m:r>
                            <m:r>
                              <a:rPr lang="vi-VN" sz="1200" i="1">
                                <a:latin typeface="Cambria Math" panose="02040503050406030204" pitchFamily="18" charset="0"/>
                              </a:rPr>
                              <m:t>𝑛</m:t>
                            </m:r>
                          </m:num>
                          <m:den>
                            <m:r>
                              <a:rPr lang="vi-VN" sz="1200" i="1">
                                <a:latin typeface="Cambria Math" panose="02040503050406030204" pitchFamily="18" charset="0"/>
                              </a:rPr>
                              <m:t>𝑁</m:t>
                            </m:r>
                            <m:r>
                              <a:rPr lang="vi-VN" sz="1200" i="1">
                                <a:latin typeface="Cambria Math" panose="02040503050406030204" pitchFamily="18" charset="0"/>
                              </a:rPr>
                              <m:t>−1</m:t>
                            </m:r>
                          </m:den>
                        </m:f>
                      </m:e>
                    </m:d>
                  </m:oMath>
                </a14:m>
                <a:r>
                  <a:rPr lang="vi-VN" sz="1200"/>
                  <a:t>,   0 </a:t>
                </a:r>
                <a:r>
                  <a:rPr lang="vi-VN" sz="1200">
                    <a:sym typeface="Symbol" panose="05050102010706020507" pitchFamily="18" charset="2"/>
                  </a:rPr>
                  <a:t></a:t>
                </a:r>
                <a:r>
                  <a:rPr lang="vi-VN" sz="1200"/>
                  <a:t> n </a:t>
                </a:r>
                <a:r>
                  <a:rPr lang="vi-VN" sz="1200">
                    <a:sym typeface="Symbol" panose="05050102010706020507" pitchFamily="18" charset="2"/>
                  </a:rPr>
                  <a:t></a:t>
                </a:r>
                <a:r>
                  <a:rPr lang="vi-VN" sz="1200"/>
                  <a:t> N-1</a:t>
                </a:r>
                <a:endParaRPr lang="en-US" sz="1200"/>
              </a:p>
            </p:txBody>
          </p:sp>
        </mc:Choice>
        <mc:Fallback xmlns="">
          <p:sp>
            <p:nvSpPr>
              <p:cNvPr id="5" name="TextBox 4"/>
              <p:cNvSpPr txBox="1">
                <a:spLocks noRot="1" noChangeAspect="1" noMove="1" noResize="1" noEditPoints="1" noAdjustHandles="1" noChangeArrowheads="1" noChangeShapeType="1" noTextEdit="1"/>
              </p:cNvSpPr>
              <p:nvPr/>
            </p:nvSpPr>
            <p:spPr>
              <a:xfrm>
                <a:off x="6347012" y="2440640"/>
                <a:ext cx="2776815" cy="368755"/>
              </a:xfrm>
              <a:prstGeom prst="rect">
                <a:avLst/>
              </a:prstGeom>
              <a:blipFill>
                <a:blip r:embed="rId4"/>
                <a:stretch>
                  <a:fillRect/>
                </a:stretch>
              </a:blipFill>
            </p:spPr>
            <p:txBody>
              <a:bodyPr/>
              <a:lstStyle/>
              <a:p>
                <a:r>
                  <a:rPr lang="en-US">
                    <a:noFill/>
                  </a:rPr>
                  <a:t> </a:t>
                </a:r>
              </a:p>
            </p:txBody>
          </p:sp>
        </mc:Fallback>
      </mc:AlternateContent>
      <p:sp>
        <p:nvSpPr>
          <p:cNvPr id="6" name="Left Brace 5"/>
          <p:cNvSpPr/>
          <p:nvPr/>
        </p:nvSpPr>
        <p:spPr>
          <a:xfrm>
            <a:off x="6004112" y="2581835"/>
            <a:ext cx="342900" cy="537883"/>
          </a:xfrm>
          <a:prstGeom prst="leftBrace">
            <a:avLst/>
          </a:prstGeom>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8" name="TextBox 7"/>
          <p:cNvSpPr txBox="1"/>
          <p:nvPr/>
        </p:nvSpPr>
        <p:spPr>
          <a:xfrm>
            <a:off x="6347012" y="2981218"/>
            <a:ext cx="2427194" cy="276999"/>
          </a:xfrm>
          <a:prstGeom prst="rect">
            <a:avLst/>
          </a:prstGeom>
          <a:noFill/>
        </p:spPr>
        <p:txBody>
          <a:bodyPr wrap="square" rtlCol="0">
            <a:spAutoFit/>
          </a:bodyPr>
          <a:lstStyle/>
          <a:p>
            <a:r>
              <a:rPr lang="vi-VN" sz="1200"/>
              <a:t>0,	             nơi khác</a:t>
            </a:r>
            <a:endParaRPr lang="en-US" sz="1200"/>
          </a:p>
        </p:txBody>
      </p:sp>
      <p:sp>
        <p:nvSpPr>
          <p:cNvPr id="2" name="TextBox 1">
            <a:extLst>
              <a:ext uri="{FF2B5EF4-FFF2-40B4-BE49-F238E27FC236}">
                <a16:creationId xmlns:a16="http://schemas.microsoft.com/office/drawing/2014/main" id="{1713BD86-F59F-F062-CC60-D9B6C69AEDCE}"/>
              </a:ext>
            </a:extLst>
          </p:cNvPr>
          <p:cNvSpPr txBox="1"/>
          <p:nvPr/>
        </p:nvSpPr>
        <p:spPr>
          <a:xfrm>
            <a:off x="824330" y="127747"/>
            <a:ext cx="521250" cy="461665"/>
          </a:xfrm>
          <a:prstGeom prst="rect">
            <a:avLst/>
          </a:prstGeom>
          <a:noFill/>
        </p:spPr>
        <p:txBody>
          <a:bodyPr wrap="square" rtlCol="0">
            <a:spAutoFit/>
          </a:bodyPr>
          <a:lstStyle/>
          <a:p>
            <a:r>
              <a:rPr lang="vi-VN" sz="1200"/>
              <a:t>10</a:t>
            </a:r>
          </a:p>
          <a:p>
            <a:endParaRPr lang="vi-VN" sz="120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wind"/>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50"/>
                                        </p:tgtEl>
                                        <p:attrNameLst>
                                          <p:attrName>style.visibility</p:attrName>
                                        </p:attrNameLst>
                                      </p:cBhvr>
                                      <p:to>
                                        <p:strVal val="visible"/>
                                      </p:to>
                                    </p:set>
                                    <p:animEffect transition="in" filter="circle(in)">
                                      <p:cBhvr>
                                        <p:cTn id="7" dur="2000"/>
                                        <p:tgtEl>
                                          <p:spTgt spid="250"/>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251">
                                            <p:txEl>
                                              <p:pRg st="1" end="1"/>
                                            </p:txEl>
                                          </p:spTgt>
                                        </p:tgtEl>
                                        <p:attrNameLst>
                                          <p:attrName>style.visibility</p:attrName>
                                        </p:attrNameLst>
                                      </p:cBhvr>
                                      <p:to>
                                        <p:strVal val="visible"/>
                                      </p:to>
                                    </p:set>
                                    <p:animEffect transition="in" filter="fade">
                                      <p:cBhvr>
                                        <p:cTn id="12" dur="1000"/>
                                        <p:tgtEl>
                                          <p:spTgt spid="251">
                                            <p:txEl>
                                              <p:pRg st="1" end="1"/>
                                            </p:txEl>
                                          </p:spTgt>
                                        </p:tgtEl>
                                      </p:cBhvr>
                                    </p:animEffect>
                                    <p:anim calcmode="lin" valueType="num">
                                      <p:cBhvr>
                                        <p:cTn id="13" dur="1000" fill="hold"/>
                                        <p:tgtEl>
                                          <p:spTgt spid="251">
                                            <p:txEl>
                                              <p:pRg st="1" end="1"/>
                                            </p:txEl>
                                          </p:spTgt>
                                        </p:tgtEl>
                                        <p:attrNameLst>
                                          <p:attrName>ppt_x</p:attrName>
                                        </p:attrNameLst>
                                      </p:cBhvr>
                                      <p:tavLst>
                                        <p:tav tm="0">
                                          <p:val>
                                            <p:strVal val="#ppt_x"/>
                                          </p:val>
                                        </p:tav>
                                        <p:tav tm="100000">
                                          <p:val>
                                            <p:strVal val="#ppt_x"/>
                                          </p:val>
                                        </p:tav>
                                      </p:tavLst>
                                    </p:anim>
                                    <p:anim calcmode="lin" valueType="num">
                                      <p:cBhvr>
                                        <p:cTn id="14" dur="1000" fill="hold"/>
                                        <p:tgtEl>
                                          <p:spTgt spid="251">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nodeType="clickEffect">
                                  <p:stCondLst>
                                    <p:cond delay="0"/>
                                  </p:stCondLst>
                                  <p:childTnLst>
                                    <p:set>
                                      <p:cBhvr>
                                        <p:cTn id="18" dur="1" fill="hold">
                                          <p:stCondLst>
                                            <p:cond delay="0"/>
                                          </p:stCondLst>
                                        </p:cTn>
                                        <p:tgtEl>
                                          <p:spTgt spid="251">
                                            <p:txEl>
                                              <p:pRg st="3" end="3"/>
                                            </p:txEl>
                                          </p:spTgt>
                                        </p:tgtEl>
                                        <p:attrNameLst>
                                          <p:attrName>style.visibility</p:attrName>
                                        </p:attrNameLst>
                                      </p:cBhvr>
                                      <p:to>
                                        <p:strVal val="visible"/>
                                      </p:to>
                                    </p:set>
                                    <p:animEffect transition="in" filter="fade">
                                      <p:cBhvr>
                                        <p:cTn id="19" dur="1000"/>
                                        <p:tgtEl>
                                          <p:spTgt spid="251">
                                            <p:txEl>
                                              <p:pRg st="3" end="3"/>
                                            </p:txEl>
                                          </p:spTgt>
                                        </p:tgtEl>
                                      </p:cBhvr>
                                    </p:animEffect>
                                    <p:anim calcmode="lin" valueType="num">
                                      <p:cBhvr>
                                        <p:cTn id="20" dur="1000" fill="hold"/>
                                        <p:tgtEl>
                                          <p:spTgt spid="251">
                                            <p:txEl>
                                              <p:pRg st="3" end="3"/>
                                            </p:txEl>
                                          </p:spTgt>
                                        </p:tgtEl>
                                        <p:attrNameLst>
                                          <p:attrName>ppt_x</p:attrName>
                                        </p:attrNameLst>
                                      </p:cBhvr>
                                      <p:tavLst>
                                        <p:tav tm="0">
                                          <p:val>
                                            <p:strVal val="#ppt_x"/>
                                          </p:val>
                                        </p:tav>
                                        <p:tav tm="100000">
                                          <p:val>
                                            <p:strVal val="#ppt_x"/>
                                          </p:val>
                                        </p:tav>
                                      </p:tavLst>
                                    </p:anim>
                                    <p:anim calcmode="lin" valueType="num">
                                      <p:cBhvr>
                                        <p:cTn id="21" dur="1000" fill="hold"/>
                                        <p:tgtEl>
                                          <p:spTgt spid="251">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nodeType="clickEffect">
                                  <p:stCondLst>
                                    <p:cond delay="0"/>
                                  </p:stCondLst>
                                  <p:childTnLst>
                                    <p:set>
                                      <p:cBhvr>
                                        <p:cTn id="25" dur="1" fill="hold">
                                          <p:stCondLst>
                                            <p:cond delay="0"/>
                                          </p:stCondLst>
                                        </p:cTn>
                                        <p:tgtEl>
                                          <p:spTgt spid="251">
                                            <p:txEl>
                                              <p:pRg st="5" end="5"/>
                                            </p:txEl>
                                          </p:spTgt>
                                        </p:tgtEl>
                                        <p:attrNameLst>
                                          <p:attrName>style.visibility</p:attrName>
                                        </p:attrNameLst>
                                      </p:cBhvr>
                                      <p:to>
                                        <p:strVal val="visible"/>
                                      </p:to>
                                    </p:set>
                                    <p:animEffect transition="in" filter="fade">
                                      <p:cBhvr>
                                        <p:cTn id="26" dur="1000"/>
                                        <p:tgtEl>
                                          <p:spTgt spid="251">
                                            <p:txEl>
                                              <p:pRg st="5" end="5"/>
                                            </p:txEl>
                                          </p:spTgt>
                                        </p:tgtEl>
                                      </p:cBhvr>
                                    </p:animEffect>
                                    <p:anim calcmode="lin" valueType="num">
                                      <p:cBhvr>
                                        <p:cTn id="27" dur="1000" fill="hold"/>
                                        <p:tgtEl>
                                          <p:spTgt spid="251">
                                            <p:txEl>
                                              <p:pRg st="5" end="5"/>
                                            </p:txEl>
                                          </p:spTgt>
                                        </p:tgtEl>
                                        <p:attrNameLst>
                                          <p:attrName>ppt_x</p:attrName>
                                        </p:attrNameLst>
                                      </p:cBhvr>
                                      <p:tavLst>
                                        <p:tav tm="0">
                                          <p:val>
                                            <p:strVal val="#ppt_x"/>
                                          </p:val>
                                        </p:tav>
                                        <p:tav tm="100000">
                                          <p:val>
                                            <p:strVal val="#ppt_x"/>
                                          </p:val>
                                        </p:tav>
                                      </p:tavLst>
                                    </p:anim>
                                    <p:anim calcmode="lin" valueType="num">
                                      <p:cBhvr>
                                        <p:cTn id="28" dur="1000" fill="hold"/>
                                        <p:tgtEl>
                                          <p:spTgt spid="251">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2" name="TextBox 1"/>
          <p:cNvSpPr txBox="1"/>
          <p:nvPr/>
        </p:nvSpPr>
        <p:spPr>
          <a:xfrm>
            <a:off x="0" y="560339"/>
            <a:ext cx="5264523" cy="4339650"/>
          </a:xfrm>
          <a:prstGeom prst="rect">
            <a:avLst/>
          </a:prstGeom>
          <a:noFill/>
        </p:spPr>
        <p:txBody>
          <a:bodyPr wrap="square" rtlCol="0">
            <a:spAutoFit/>
          </a:bodyPr>
          <a:lstStyle/>
          <a:p>
            <a:pPr marL="171450" indent="-171450" algn="just">
              <a:buFont typeface="Wingdings" panose="05000000000000000000" pitchFamily="2" charset="2"/>
              <a:buChar char="Ø"/>
            </a:pPr>
            <a:r>
              <a:rPr lang="vi-VN" sz="1200"/>
              <a:t>Tín hiệu gốc, với biên độ nằm trong phạm vi chuẩn của tín hiệu âm thanh 16-bit và mức năng lượng thấp, thường mang lại chất lượng âm thanh rõ ràng và trung thực. </a:t>
            </a:r>
          </a:p>
          <a:p>
            <a:pPr marL="171450" indent="-171450" algn="just">
              <a:buFont typeface="Wingdings" panose="05000000000000000000" pitchFamily="2" charset="2"/>
              <a:buChar char="Ø"/>
            </a:pPr>
            <a:endParaRPr lang="vi-VN" sz="1200"/>
          </a:p>
          <a:p>
            <a:pPr marL="171450" indent="-171450" algn="just">
              <a:buFont typeface="Wingdings" panose="05000000000000000000" pitchFamily="2" charset="2"/>
              <a:buChar char="Ø"/>
            </a:pPr>
            <a:r>
              <a:rPr lang="vi-VN" sz="1200"/>
              <a:t>Trong môi trường thực tế, tín hiệu này thường bị ảnh hưởng bởi các yếu tố nhiễu bên ngoài, dẫn đến mức năng lượng tổng thể của tín hiệu bị tăng lên do sự có mặt của các thành phần nhiễu không mong muốn.</a:t>
            </a:r>
            <a:endParaRPr lang="en-US" sz="1200"/>
          </a:p>
          <a:p>
            <a:pPr marL="171450" indent="-171450" algn="just">
              <a:buFont typeface="Wingdings" panose="05000000000000000000" pitchFamily="2" charset="2"/>
              <a:buChar char="Ø"/>
            </a:pPr>
            <a:endParaRPr lang="vi-VN" sz="1200"/>
          </a:p>
          <a:p>
            <a:pPr marL="171450" indent="-171450" algn="just">
              <a:buFont typeface="Wingdings" panose="05000000000000000000" pitchFamily="2" charset="2"/>
              <a:buChar char="Ø"/>
            </a:pPr>
            <a:r>
              <a:rPr lang="vi-VN" sz="1200"/>
              <a:t>Khi áp dụng bộ lọc FIR thông thấp, mức năng lượng của tín hiệu nhiễu đã được giảm bớt một cách đáng kể nhưng không thể hoàn toàn loại bỏ tất cả các thành phần nhiễu.</a:t>
            </a:r>
          </a:p>
          <a:p>
            <a:pPr marL="171450" indent="-171450" algn="just">
              <a:buFont typeface="Wingdings" panose="05000000000000000000" pitchFamily="2" charset="2"/>
              <a:buChar char="Ø"/>
            </a:pPr>
            <a:endParaRPr lang="vi-VN" sz="1200"/>
          </a:p>
          <a:p>
            <a:pPr marL="171450" indent="-171450" algn="just">
              <a:buFont typeface="Wingdings" panose="05000000000000000000" pitchFamily="2" charset="2"/>
              <a:buChar char="Ø"/>
            </a:pPr>
            <a:r>
              <a:rPr lang="vi-VN" sz="1200"/>
              <a:t>Từ quan sát này, chúng ta có thể rút ra một kết luận quan trọng: bất kỳ thiết kế bộ lọc nào cũng chỉ có thể đạt được hiệu quả tương đối, không thể đạt được mức tuyệt đối.</a:t>
            </a:r>
          </a:p>
          <a:p>
            <a:pPr marL="171450" indent="-171450" algn="just">
              <a:buFont typeface="Wingdings" panose="05000000000000000000" pitchFamily="2" charset="2"/>
              <a:buChar char="Ø"/>
            </a:pPr>
            <a:endParaRPr lang="vi-VN" sz="1200"/>
          </a:p>
          <a:p>
            <a:pPr marL="171450" indent="-171450" algn="just">
              <a:buFont typeface="Wingdings" panose="05000000000000000000" pitchFamily="2" charset="2"/>
              <a:buChar char="Ø"/>
            </a:pPr>
            <a:r>
              <a:rPr lang="vi-VN" sz="1200"/>
              <a:t>Điều quan trọng nhất để đạt được kết quả lọc tốt là đảm bảo rằng dữ liệu đầu vào càng ít nhiễu càng tốt. </a:t>
            </a:r>
          </a:p>
          <a:p>
            <a:pPr marL="171450" indent="-171450" algn="just">
              <a:buFont typeface="Wingdings" panose="05000000000000000000" pitchFamily="2" charset="2"/>
              <a:buChar char="Ø"/>
            </a:pPr>
            <a:endParaRPr lang="vi-VN" sz="1200"/>
          </a:p>
          <a:p>
            <a:pPr marL="171450" indent="-171450" algn="just">
              <a:buFont typeface="Wingdings" panose="05000000000000000000" pitchFamily="2" charset="2"/>
              <a:buChar char="Ø"/>
            </a:pPr>
            <a:r>
              <a:rPr lang="vi-VN" sz="1200"/>
              <a:t>Điều này có thể đạt được thông qua việc sử dụng các phương pháp che chắn chống nhiễu, chọn lựa các thiết bị thu tín hiệu chất lượng cao và đặt chúng trong môi trường ít nhiễu. </a:t>
            </a:r>
          </a:p>
          <a:p>
            <a:pPr marL="171450" indent="-171450" algn="just">
              <a:buFont typeface="Wingdings" panose="05000000000000000000" pitchFamily="2" charset="2"/>
              <a:buChar char="Ø"/>
            </a:pPr>
            <a:endParaRPr lang="en-US" sz="1200"/>
          </a:p>
        </p:txBody>
      </p:sp>
      <p:pic>
        <p:nvPicPr>
          <p:cNvPr id="7170" name="Picture 2" descr="https://cdn.vanspa.vn/images/he-thong-phan-loai-da-baumann-ket-luan.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64523" y="1746921"/>
            <a:ext cx="3212268" cy="240920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C0342FA-C649-2737-D265-E486FB8333CF}"/>
              </a:ext>
            </a:extLst>
          </p:cNvPr>
          <p:cNvSpPr txBox="1"/>
          <p:nvPr/>
        </p:nvSpPr>
        <p:spPr>
          <a:xfrm>
            <a:off x="8682222" y="4681835"/>
            <a:ext cx="550988" cy="461665"/>
          </a:xfrm>
          <a:prstGeom prst="rect">
            <a:avLst/>
          </a:prstGeom>
          <a:noFill/>
        </p:spPr>
        <p:txBody>
          <a:bodyPr wrap="square" rtlCol="0">
            <a:spAutoFit/>
          </a:bodyPr>
          <a:lstStyle/>
          <a:p>
            <a:r>
              <a:rPr lang="vi-VN" sz="1200"/>
              <a:t>11</a:t>
            </a:r>
          </a:p>
          <a:p>
            <a:endParaRPr lang="vi-VN" sz="1200"/>
          </a:p>
        </p:txBody>
      </p:sp>
    </p:spTree>
    <p:extLst>
      <p:ext uri="{BB962C8B-B14F-4D97-AF65-F5344CB8AC3E}">
        <p14:creationId xmlns:p14="http://schemas.microsoft.com/office/powerpoint/2010/main" val="3618153599"/>
      </p:ext>
    </p:extLst>
  </p:cSld>
  <p:clrMapOvr>
    <a:masterClrMapping/>
  </p:clrMapOvr>
  <mc:AlternateContent xmlns:mc="http://schemas.openxmlformats.org/markup-compatibility/2006" xmlns:p14="http://schemas.microsoft.com/office/powerpoint/2010/main">
    <mc:Choice Requires="p14">
      <p:transition spd="slow" p14:dur="800">
        <p14:flythrough/>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5"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0" fill="hold">
                      <p:stCondLst>
                        <p:cond delay="indefinite"/>
                      </p:stCondLst>
                      <p:childTnLst>
                        <p:par>
                          <p:cTn id="11" fill="hold">
                            <p:stCondLst>
                              <p:cond delay="0"/>
                            </p:stCondLst>
                            <p:childTnLst>
                              <p:par>
                                <p:cTn id="12" presetID="26" presetClass="entr" presetSubtype="0" fill="hold"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wipe(down)">
                                      <p:cBhvr>
                                        <p:cTn id="14" dur="290">
                                          <p:stCondLst>
                                            <p:cond delay="0"/>
                                          </p:stCondLst>
                                        </p:cTn>
                                        <p:tgtEl>
                                          <p:spTgt spid="2">
                                            <p:txEl>
                                              <p:pRg st="0" end="0"/>
                                            </p:txEl>
                                          </p:spTgt>
                                        </p:tgtEl>
                                      </p:cBhvr>
                                    </p:animEffect>
                                    <p:anim calcmode="lin" valueType="num">
                                      <p:cBhvr>
                                        <p:cTn id="15" dur="911" tmFilter="0,0; 0.14,0.36; 0.43,0.73; 0.71,0.91; 1.0,1.0">
                                          <p:stCondLst>
                                            <p:cond delay="0"/>
                                          </p:stCondLst>
                                        </p:cTn>
                                        <p:tgtEl>
                                          <p:spTgt spid="2">
                                            <p:txEl>
                                              <p:pRg st="0" end="0"/>
                                            </p:txEl>
                                          </p:spTgt>
                                        </p:tgtEl>
                                        <p:attrNameLst>
                                          <p:attrName>ppt_x</p:attrName>
                                        </p:attrNameLst>
                                      </p:cBhvr>
                                      <p:tavLst>
                                        <p:tav tm="0">
                                          <p:val>
                                            <p:strVal val="#ppt_x-0.25"/>
                                          </p:val>
                                        </p:tav>
                                        <p:tav tm="100000">
                                          <p:val>
                                            <p:strVal val="#ppt_x"/>
                                          </p:val>
                                        </p:tav>
                                      </p:tavLst>
                                    </p:anim>
                                    <p:anim calcmode="lin" valueType="num">
                                      <p:cBhvr>
                                        <p:cTn id="16" dur="332" tmFilter="0.0,0.0; 0.25,0.07; 0.50,0.2; 0.75,0.467; 1.0,1.0">
                                          <p:stCondLst>
                                            <p:cond delay="0"/>
                                          </p:stCondLst>
                                        </p:cTn>
                                        <p:tgtEl>
                                          <p:spTgt spid="2">
                                            <p:txEl>
                                              <p:pRg st="0" end="0"/>
                                            </p:txEl>
                                          </p:spTgt>
                                        </p:tgtEl>
                                        <p:attrNameLst>
                                          <p:attrName>ppt_y</p:attrName>
                                        </p:attrNameLst>
                                      </p:cBhvr>
                                      <p:tavLst>
                                        <p:tav tm="0" fmla="#ppt_y-sin(pi*$)/3">
                                          <p:val>
                                            <p:fltVal val="0.5"/>
                                          </p:val>
                                        </p:tav>
                                        <p:tav tm="100000">
                                          <p:val>
                                            <p:fltVal val="1"/>
                                          </p:val>
                                        </p:tav>
                                      </p:tavLst>
                                    </p:anim>
                                    <p:anim calcmode="lin" valueType="num">
                                      <p:cBhvr>
                                        <p:cTn id="17" dur="332" tmFilter="0, 0; 0.125,0.2665; 0.25,0.4; 0.375,0.465; 0.5,0.5;  0.625,0.535; 0.75,0.6; 0.875,0.7335; 1,1">
                                          <p:stCondLst>
                                            <p:cond delay="332"/>
                                          </p:stCondLst>
                                        </p:cTn>
                                        <p:tgtEl>
                                          <p:spTgt spid="2">
                                            <p:txEl>
                                              <p:pRg st="0" end="0"/>
                                            </p:txEl>
                                          </p:spTgt>
                                        </p:tgtEl>
                                        <p:attrNameLst>
                                          <p:attrName>ppt_y</p:attrName>
                                        </p:attrNameLst>
                                      </p:cBhvr>
                                      <p:tavLst>
                                        <p:tav tm="0" fmla="#ppt_y-sin(pi*$)/9">
                                          <p:val>
                                            <p:fltVal val="0"/>
                                          </p:val>
                                        </p:tav>
                                        <p:tav tm="100000">
                                          <p:val>
                                            <p:fltVal val="1"/>
                                          </p:val>
                                        </p:tav>
                                      </p:tavLst>
                                    </p:anim>
                                    <p:anim calcmode="lin" valueType="num">
                                      <p:cBhvr>
                                        <p:cTn id="18" dur="166" tmFilter="0, 0; 0.125,0.2665; 0.25,0.4; 0.375,0.465; 0.5,0.5;  0.625,0.535; 0.75,0.6; 0.875,0.7335; 1,1">
                                          <p:stCondLst>
                                            <p:cond delay="662"/>
                                          </p:stCondLst>
                                        </p:cTn>
                                        <p:tgtEl>
                                          <p:spTgt spid="2">
                                            <p:txEl>
                                              <p:pRg st="0" end="0"/>
                                            </p:txEl>
                                          </p:spTgt>
                                        </p:tgtEl>
                                        <p:attrNameLst>
                                          <p:attrName>ppt_y</p:attrName>
                                        </p:attrNameLst>
                                      </p:cBhvr>
                                      <p:tavLst>
                                        <p:tav tm="0" fmla="#ppt_y-sin(pi*$)/27">
                                          <p:val>
                                            <p:fltVal val="0"/>
                                          </p:val>
                                        </p:tav>
                                        <p:tav tm="100000">
                                          <p:val>
                                            <p:fltVal val="1"/>
                                          </p:val>
                                        </p:tav>
                                      </p:tavLst>
                                    </p:anim>
                                    <p:anim calcmode="lin" valueType="num">
                                      <p:cBhvr>
                                        <p:cTn id="19" dur="82" tmFilter="0, 0; 0.125,0.2665; 0.25,0.4; 0.375,0.465; 0.5,0.5;  0.625,0.535; 0.75,0.6; 0.875,0.7335; 1,1">
                                          <p:stCondLst>
                                            <p:cond delay="828"/>
                                          </p:stCondLst>
                                        </p:cTn>
                                        <p:tgtEl>
                                          <p:spTgt spid="2">
                                            <p:txEl>
                                              <p:pRg st="0" end="0"/>
                                            </p:txEl>
                                          </p:spTgt>
                                        </p:tgtEl>
                                        <p:attrNameLst>
                                          <p:attrName>ppt_y</p:attrName>
                                        </p:attrNameLst>
                                      </p:cBhvr>
                                      <p:tavLst>
                                        <p:tav tm="0" fmla="#ppt_y-sin(pi*$)/81">
                                          <p:val>
                                            <p:fltVal val="0"/>
                                          </p:val>
                                        </p:tav>
                                        <p:tav tm="100000">
                                          <p:val>
                                            <p:fltVal val="1"/>
                                          </p:val>
                                        </p:tav>
                                      </p:tavLst>
                                    </p:anim>
                                    <p:animScale>
                                      <p:cBhvr>
                                        <p:cTn id="20" dur="13">
                                          <p:stCondLst>
                                            <p:cond delay="325"/>
                                          </p:stCondLst>
                                        </p:cTn>
                                        <p:tgtEl>
                                          <p:spTgt spid="2">
                                            <p:txEl>
                                              <p:pRg st="0" end="0"/>
                                            </p:txEl>
                                          </p:spTgt>
                                        </p:tgtEl>
                                      </p:cBhvr>
                                      <p:to x="100000" y="60000"/>
                                    </p:animScale>
                                    <p:animScale>
                                      <p:cBhvr>
                                        <p:cTn id="21" dur="83" decel="50000">
                                          <p:stCondLst>
                                            <p:cond delay="338"/>
                                          </p:stCondLst>
                                        </p:cTn>
                                        <p:tgtEl>
                                          <p:spTgt spid="2">
                                            <p:txEl>
                                              <p:pRg st="0" end="0"/>
                                            </p:txEl>
                                          </p:spTgt>
                                        </p:tgtEl>
                                      </p:cBhvr>
                                      <p:to x="100000" y="100000"/>
                                    </p:animScale>
                                    <p:animScale>
                                      <p:cBhvr>
                                        <p:cTn id="22" dur="13">
                                          <p:stCondLst>
                                            <p:cond delay="656"/>
                                          </p:stCondLst>
                                        </p:cTn>
                                        <p:tgtEl>
                                          <p:spTgt spid="2">
                                            <p:txEl>
                                              <p:pRg st="0" end="0"/>
                                            </p:txEl>
                                          </p:spTgt>
                                        </p:tgtEl>
                                      </p:cBhvr>
                                      <p:to x="100000" y="80000"/>
                                    </p:animScale>
                                    <p:animScale>
                                      <p:cBhvr>
                                        <p:cTn id="23" dur="83" decel="50000">
                                          <p:stCondLst>
                                            <p:cond delay="669"/>
                                          </p:stCondLst>
                                        </p:cTn>
                                        <p:tgtEl>
                                          <p:spTgt spid="2">
                                            <p:txEl>
                                              <p:pRg st="0" end="0"/>
                                            </p:txEl>
                                          </p:spTgt>
                                        </p:tgtEl>
                                      </p:cBhvr>
                                      <p:to x="100000" y="100000"/>
                                    </p:animScale>
                                    <p:animScale>
                                      <p:cBhvr>
                                        <p:cTn id="24" dur="13">
                                          <p:stCondLst>
                                            <p:cond delay="821"/>
                                          </p:stCondLst>
                                        </p:cTn>
                                        <p:tgtEl>
                                          <p:spTgt spid="2">
                                            <p:txEl>
                                              <p:pRg st="0" end="0"/>
                                            </p:txEl>
                                          </p:spTgt>
                                        </p:tgtEl>
                                      </p:cBhvr>
                                      <p:to x="100000" y="90000"/>
                                    </p:animScale>
                                    <p:animScale>
                                      <p:cBhvr>
                                        <p:cTn id="25" dur="83" decel="50000">
                                          <p:stCondLst>
                                            <p:cond delay="834"/>
                                          </p:stCondLst>
                                        </p:cTn>
                                        <p:tgtEl>
                                          <p:spTgt spid="2">
                                            <p:txEl>
                                              <p:pRg st="0" end="0"/>
                                            </p:txEl>
                                          </p:spTgt>
                                        </p:tgtEl>
                                      </p:cBhvr>
                                      <p:to x="100000" y="100000"/>
                                    </p:animScale>
                                    <p:animScale>
                                      <p:cBhvr>
                                        <p:cTn id="26" dur="13">
                                          <p:stCondLst>
                                            <p:cond delay="904"/>
                                          </p:stCondLst>
                                        </p:cTn>
                                        <p:tgtEl>
                                          <p:spTgt spid="2">
                                            <p:txEl>
                                              <p:pRg st="0" end="0"/>
                                            </p:txEl>
                                          </p:spTgt>
                                        </p:tgtEl>
                                      </p:cBhvr>
                                      <p:to x="100000" y="95000"/>
                                    </p:animScale>
                                    <p:animScale>
                                      <p:cBhvr>
                                        <p:cTn id="27" dur="83" decel="50000">
                                          <p:stCondLst>
                                            <p:cond delay="917"/>
                                          </p:stCondLst>
                                        </p:cTn>
                                        <p:tgtEl>
                                          <p:spTgt spid="2">
                                            <p:txEl>
                                              <p:pRg st="0" end="0"/>
                                            </p:txEl>
                                          </p:spTgt>
                                        </p:tgtEl>
                                      </p:cBhvr>
                                      <p:to x="100000" y="100000"/>
                                    </p:animScale>
                                  </p:childTnLst>
                                </p:cTn>
                              </p:par>
                            </p:childTnLst>
                          </p:cTn>
                        </p:par>
                      </p:childTnLst>
                    </p:cTn>
                  </p:par>
                  <p:par>
                    <p:cTn id="28" fill="hold">
                      <p:stCondLst>
                        <p:cond delay="indefinite"/>
                      </p:stCondLst>
                      <p:childTnLst>
                        <p:par>
                          <p:cTn id="29" fill="hold">
                            <p:stCondLst>
                              <p:cond delay="0"/>
                            </p:stCondLst>
                            <p:childTnLst>
                              <p:par>
                                <p:cTn id="30" presetID="26" presetClass="entr" presetSubtype="0" fill="hold" nodeType="clickEffect">
                                  <p:stCondLst>
                                    <p:cond delay="0"/>
                                  </p:stCondLst>
                                  <p:childTnLst>
                                    <p:set>
                                      <p:cBhvr>
                                        <p:cTn id="31" dur="1" fill="hold">
                                          <p:stCondLst>
                                            <p:cond delay="0"/>
                                          </p:stCondLst>
                                        </p:cTn>
                                        <p:tgtEl>
                                          <p:spTgt spid="2">
                                            <p:txEl>
                                              <p:pRg st="2" end="2"/>
                                            </p:txEl>
                                          </p:spTgt>
                                        </p:tgtEl>
                                        <p:attrNameLst>
                                          <p:attrName>style.visibility</p:attrName>
                                        </p:attrNameLst>
                                      </p:cBhvr>
                                      <p:to>
                                        <p:strVal val="visible"/>
                                      </p:to>
                                    </p:set>
                                    <p:animEffect transition="in" filter="wipe(down)">
                                      <p:cBhvr>
                                        <p:cTn id="32" dur="290">
                                          <p:stCondLst>
                                            <p:cond delay="0"/>
                                          </p:stCondLst>
                                        </p:cTn>
                                        <p:tgtEl>
                                          <p:spTgt spid="2">
                                            <p:txEl>
                                              <p:pRg st="2" end="2"/>
                                            </p:txEl>
                                          </p:spTgt>
                                        </p:tgtEl>
                                      </p:cBhvr>
                                    </p:animEffect>
                                    <p:anim calcmode="lin" valueType="num">
                                      <p:cBhvr>
                                        <p:cTn id="33" dur="911" tmFilter="0,0; 0.14,0.36; 0.43,0.73; 0.71,0.91; 1.0,1.0">
                                          <p:stCondLst>
                                            <p:cond delay="0"/>
                                          </p:stCondLst>
                                        </p:cTn>
                                        <p:tgtEl>
                                          <p:spTgt spid="2">
                                            <p:txEl>
                                              <p:pRg st="2" end="2"/>
                                            </p:txEl>
                                          </p:spTgt>
                                        </p:tgtEl>
                                        <p:attrNameLst>
                                          <p:attrName>ppt_x</p:attrName>
                                        </p:attrNameLst>
                                      </p:cBhvr>
                                      <p:tavLst>
                                        <p:tav tm="0">
                                          <p:val>
                                            <p:strVal val="#ppt_x-0.25"/>
                                          </p:val>
                                        </p:tav>
                                        <p:tav tm="100000">
                                          <p:val>
                                            <p:strVal val="#ppt_x"/>
                                          </p:val>
                                        </p:tav>
                                      </p:tavLst>
                                    </p:anim>
                                    <p:anim calcmode="lin" valueType="num">
                                      <p:cBhvr>
                                        <p:cTn id="34" dur="332" tmFilter="0.0,0.0; 0.25,0.07; 0.50,0.2; 0.75,0.467; 1.0,1.0">
                                          <p:stCondLst>
                                            <p:cond delay="0"/>
                                          </p:stCondLst>
                                        </p:cTn>
                                        <p:tgtEl>
                                          <p:spTgt spid="2">
                                            <p:txEl>
                                              <p:pRg st="2" end="2"/>
                                            </p:txEl>
                                          </p:spTgt>
                                        </p:tgtEl>
                                        <p:attrNameLst>
                                          <p:attrName>ppt_y</p:attrName>
                                        </p:attrNameLst>
                                      </p:cBhvr>
                                      <p:tavLst>
                                        <p:tav tm="0" fmla="#ppt_y-sin(pi*$)/3">
                                          <p:val>
                                            <p:fltVal val="0.5"/>
                                          </p:val>
                                        </p:tav>
                                        <p:tav tm="100000">
                                          <p:val>
                                            <p:fltVal val="1"/>
                                          </p:val>
                                        </p:tav>
                                      </p:tavLst>
                                    </p:anim>
                                    <p:anim calcmode="lin" valueType="num">
                                      <p:cBhvr>
                                        <p:cTn id="35" dur="332" tmFilter="0, 0; 0.125,0.2665; 0.25,0.4; 0.375,0.465; 0.5,0.5;  0.625,0.535; 0.75,0.6; 0.875,0.7335; 1,1">
                                          <p:stCondLst>
                                            <p:cond delay="332"/>
                                          </p:stCondLst>
                                        </p:cTn>
                                        <p:tgtEl>
                                          <p:spTgt spid="2">
                                            <p:txEl>
                                              <p:pRg st="2" end="2"/>
                                            </p:txEl>
                                          </p:spTgt>
                                        </p:tgtEl>
                                        <p:attrNameLst>
                                          <p:attrName>ppt_y</p:attrName>
                                        </p:attrNameLst>
                                      </p:cBhvr>
                                      <p:tavLst>
                                        <p:tav tm="0" fmla="#ppt_y-sin(pi*$)/9">
                                          <p:val>
                                            <p:fltVal val="0"/>
                                          </p:val>
                                        </p:tav>
                                        <p:tav tm="100000">
                                          <p:val>
                                            <p:fltVal val="1"/>
                                          </p:val>
                                        </p:tav>
                                      </p:tavLst>
                                    </p:anim>
                                    <p:anim calcmode="lin" valueType="num">
                                      <p:cBhvr>
                                        <p:cTn id="36" dur="166" tmFilter="0, 0; 0.125,0.2665; 0.25,0.4; 0.375,0.465; 0.5,0.5;  0.625,0.535; 0.75,0.6; 0.875,0.7335; 1,1">
                                          <p:stCondLst>
                                            <p:cond delay="662"/>
                                          </p:stCondLst>
                                        </p:cTn>
                                        <p:tgtEl>
                                          <p:spTgt spid="2">
                                            <p:txEl>
                                              <p:pRg st="2" end="2"/>
                                            </p:txEl>
                                          </p:spTgt>
                                        </p:tgtEl>
                                        <p:attrNameLst>
                                          <p:attrName>ppt_y</p:attrName>
                                        </p:attrNameLst>
                                      </p:cBhvr>
                                      <p:tavLst>
                                        <p:tav tm="0" fmla="#ppt_y-sin(pi*$)/27">
                                          <p:val>
                                            <p:fltVal val="0"/>
                                          </p:val>
                                        </p:tav>
                                        <p:tav tm="100000">
                                          <p:val>
                                            <p:fltVal val="1"/>
                                          </p:val>
                                        </p:tav>
                                      </p:tavLst>
                                    </p:anim>
                                    <p:anim calcmode="lin" valueType="num">
                                      <p:cBhvr>
                                        <p:cTn id="37" dur="82" tmFilter="0, 0; 0.125,0.2665; 0.25,0.4; 0.375,0.465; 0.5,0.5;  0.625,0.535; 0.75,0.6; 0.875,0.7335; 1,1">
                                          <p:stCondLst>
                                            <p:cond delay="828"/>
                                          </p:stCondLst>
                                        </p:cTn>
                                        <p:tgtEl>
                                          <p:spTgt spid="2">
                                            <p:txEl>
                                              <p:pRg st="2" end="2"/>
                                            </p:txEl>
                                          </p:spTgt>
                                        </p:tgtEl>
                                        <p:attrNameLst>
                                          <p:attrName>ppt_y</p:attrName>
                                        </p:attrNameLst>
                                      </p:cBhvr>
                                      <p:tavLst>
                                        <p:tav tm="0" fmla="#ppt_y-sin(pi*$)/81">
                                          <p:val>
                                            <p:fltVal val="0"/>
                                          </p:val>
                                        </p:tav>
                                        <p:tav tm="100000">
                                          <p:val>
                                            <p:fltVal val="1"/>
                                          </p:val>
                                        </p:tav>
                                      </p:tavLst>
                                    </p:anim>
                                    <p:animScale>
                                      <p:cBhvr>
                                        <p:cTn id="38" dur="13">
                                          <p:stCondLst>
                                            <p:cond delay="325"/>
                                          </p:stCondLst>
                                        </p:cTn>
                                        <p:tgtEl>
                                          <p:spTgt spid="2">
                                            <p:txEl>
                                              <p:pRg st="2" end="2"/>
                                            </p:txEl>
                                          </p:spTgt>
                                        </p:tgtEl>
                                      </p:cBhvr>
                                      <p:to x="100000" y="60000"/>
                                    </p:animScale>
                                    <p:animScale>
                                      <p:cBhvr>
                                        <p:cTn id="39" dur="83" decel="50000">
                                          <p:stCondLst>
                                            <p:cond delay="338"/>
                                          </p:stCondLst>
                                        </p:cTn>
                                        <p:tgtEl>
                                          <p:spTgt spid="2">
                                            <p:txEl>
                                              <p:pRg st="2" end="2"/>
                                            </p:txEl>
                                          </p:spTgt>
                                        </p:tgtEl>
                                      </p:cBhvr>
                                      <p:to x="100000" y="100000"/>
                                    </p:animScale>
                                    <p:animScale>
                                      <p:cBhvr>
                                        <p:cTn id="40" dur="13">
                                          <p:stCondLst>
                                            <p:cond delay="656"/>
                                          </p:stCondLst>
                                        </p:cTn>
                                        <p:tgtEl>
                                          <p:spTgt spid="2">
                                            <p:txEl>
                                              <p:pRg st="2" end="2"/>
                                            </p:txEl>
                                          </p:spTgt>
                                        </p:tgtEl>
                                      </p:cBhvr>
                                      <p:to x="100000" y="80000"/>
                                    </p:animScale>
                                    <p:animScale>
                                      <p:cBhvr>
                                        <p:cTn id="41" dur="83" decel="50000">
                                          <p:stCondLst>
                                            <p:cond delay="669"/>
                                          </p:stCondLst>
                                        </p:cTn>
                                        <p:tgtEl>
                                          <p:spTgt spid="2">
                                            <p:txEl>
                                              <p:pRg st="2" end="2"/>
                                            </p:txEl>
                                          </p:spTgt>
                                        </p:tgtEl>
                                      </p:cBhvr>
                                      <p:to x="100000" y="100000"/>
                                    </p:animScale>
                                    <p:animScale>
                                      <p:cBhvr>
                                        <p:cTn id="42" dur="13">
                                          <p:stCondLst>
                                            <p:cond delay="821"/>
                                          </p:stCondLst>
                                        </p:cTn>
                                        <p:tgtEl>
                                          <p:spTgt spid="2">
                                            <p:txEl>
                                              <p:pRg st="2" end="2"/>
                                            </p:txEl>
                                          </p:spTgt>
                                        </p:tgtEl>
                                      </p:cBhvr>
                                      <p:to x="100000" y="90000"/>
                                    </p:animScale>
                                    <p:animScale>
                                      <p:cBhvr>
                                        <p:cTn id="43" dur="83" decel="50000">
                                          <p:stCondLst>
                                            <p:cond delay="834"/>
                                          </p:stCondLst>
                                        </p:cTn>
                                        <p:tgtEl>
                                          <p:spTgt spid="2">
                                            <p:txEl>
                                              <p:pRg st="2" end="2"/>
                                            </p:txEl>
                                          </p:spTgt>
                                        </p:tgtEl>
                                      </p:cBhvr>
                                      <p:to x="100000" y="100000"/>
                                    </p:animScale>
                                    <p:animScale>
                                      <p:cBhvr>
                                        <p:cTn id="44" dur="13">
                                          <p:stCondLst>
                                            <p:cond delay="904"/>
                                          </p:stCondLst>
                                        </p:cTn>
                                        <p:tgtEl>
                                          <p:spTgt spid="2">
                                            <p:txEl>
                                              <p:pRg st="2" end="2"/>
                                            </p:txEl>
                                          </p:spTgt>
                                        </p:tgtEl>
                                      </p:cBhvr>
                                      <p:to x="100000" y="95000"/>
                                    </p:animScale>
                                    <p:animScale>
                                      <p:cBhvr>
                                        <p:cTn id="45" dur="83" decel="50000">
                                          <p:stCondLst>
                                            <p:cond delay="917"/>
                                          </p:stCondLst>
                                        </p:cTn>
                                        <p:tgtEl>
                                          <p:spTgt spid="2">
                                            <p:txEl>
                                              <p:pRg st="2" end="2"/>
                                            </p:txEl>
                                          </p:spTgt>
                                        </p:tgtEl>
                                      </p:cBhvr>
                                      <p:to x="100000" y="100000"/>
                                    </p:animScale>
                                  </p:childTnLst>
                                </p:cTn>
                              </p:par>
                            </p:childTnLst>
                          </p:cTn>
                        </p:par>
                      </p:childTnLst>
                    </p:cTn>
                  </p:par>
                  <p:par>
                    <p:cTn id="46" fill="hold">
                      <p:stCondLst>
                        <p:cond delay="indefinite"/>
                      </p:stCondLst>
                      <p:childTnLst>
                        <p:par>
                          <p:cTn id="47" fill="hold">
                            <p:stCondLst>
                              <p:cond delay="0"/>
                            </p:stCondLst>
                            <p:childTnLst>
                              <p:par>
                                <p:cTn id="48" presetID="26" presetClass="entr" presetSubtype="0" fill="hold" nodeType="clickEffect">
                                  <p:stCondLst>
                                    <p:cond delay="0"/>
                                  </p:stCondLst>
                                  <p:childTnLst>
                                    <p:set>
                                      <p:cBhvr>
                                        <p:cTn id="49" dur="1" fill="hold">
                                          <p:stCondLst>
                                            <p:cond delay="0"/>
                                          </p:stCondLst>
                                        </p:cTn>
                                        <p:tgtEl>
                                          <p:spTgt spid="2">
                                            <p:txEl>
                                              <p:pRg st="4" end="4"/>
                                            </p:txEl>
                                          </p:spTgt>
                                        </p:tgtEl>
                                        <p:attrNameLst>
                                          <p:attrName>style.visibility</p:attrName>
                                        </p:attrNameLst>
                                      </p:cBhvr>
                                      <p:to>
                                        <p:strVal val="visible"/>
                                      </p:to>
                                    </p:set>
                                    <p:animEffect transition="in" filter="wipe(down)">
                                      <p:cBhvr>
                                        <p:cTn id="50" dur="290">
                                          <p:stCondLst>
                                            <p:cond delay="0"/>
                                          </p:stCondLst>
                                        </p:cTn>
                                        <p:tgtEl>
                                          <p:spTgt spid="2">
                                            <p:txEl>
                                              <p:pRg st="4" end="4"/>
                                            </p:txEl>
                                          </p:spTgt>
                                        </p:tgtEl>
                                      </p:cBhvr>
                                    </p:animEffect>
                                    <p:anim calcmode="lin" valueType="num">
                                      <p:cBhvr>
                                        <p:cTn id="51" dur="911" tmFilter="0,0; 0.14,0.36; 0.43,0.73; 0.71,0.91; 1.0,1.0">
                                          <p:stCondLst>
                                            <p:cond delay="0"/>
                                          </p:stCondLst>
                                        </p:cTn>
                                        <p:tgtEl>
                                          <p:spTgt spid="2">
                                            <p:txEl>
                                              <p:pRg st="4" end="4"/>
                                            </p:txEl>
                                          </p:spTgt>
                                        </p:tgtEl>
                                        <p:attrNameLst>
                                          <p:attrName>ppt_x</p:attrName>
                                        </p:attrNameLst>
                                      </p:cBhvr>
                                      <p:tavLst>
                                        <p:tav tm="0">
                                          <p:val>
                                            <p:strVal val="#ppt_x-0.25"/>
                                          </p:val>
                                        </p:tav>
                                        <p:tav tm="100000">
                                          <p:val>
                                            <p:strVal val="#ppt_x"/>
                                          </p:val>
                                        </p:tav>
                                      </p:tavLst>
                                    </p:anim>
                                    <p:anim calcmode="lin" valueType="num">
                                      <p:cBhvr>
                                        <p:cTn id="52" dur="332" tmFilter="0.0,0.0; 0.25,0.07; 0.50,0.2; 0.75,0.467; 1.0,1.0">
                                          <p:stCondLst>
                                            <p:cond delay="0"/>
                                          </p:stCondLst>
                                        </p:cTn>
                                        <p:tgtEl>
                                          <p:spTgt spid="2">
                                            <p:txEl>
                                              <p:pRg st="4" end="4"/>
                                            </p:txEl>
                                          </p:spTgt>
                                        </p:tgtEl>
                                        <p:attrNameLst>
                                          <p:attrName>ppt_y</p:attrName>
                                        </p:attrNameLst>
                                      </p:cBhvr>
                                      <p:tavLst>
                                        <p:tav tm="0" fmla="#ppt_y-sin(pi*$)/3">
                                          <p:val>
                                            <p:fltVal val="0.5"/>
                                          </p:val>
                                        </p:tav>
                                        <p:tav tm="100000">
                                          <p:val>
                                            <p:fltVal val="1"/>
                                          </p:val>
                                        </p:tav>
                                      </p:tavLst>
                                    </p:anim>
                                    <p:anim calcmode="lin" valueType="num">
                                      <p:cBhvr>
                                        <p:cTn id="53" dur="332" tmFilter="0, 0; 0.125,0.2665; 0.25,0.4; 0.375,0.465; 0.5,0.5;  0.625,0.535; 0.75,0.6; 0.875,0.7335; 1,1">
                                          <p:stCondLst>
                                            <p:cond delay="332"/>
                                          </p:stCondLst>
                                        </p:cTn>
                                        <p:tgtEl>
                                          <p:spTgt spid="2">
                                            <p:txEl>
                                              <p:pRg st="4" end="4"/>
                                            </p:txEl>
                                          </p:spTgt>
                                        </p:tgtEl>
                                        <p:attrNameLst>
                                          <p:attrName>ppt_y</p:attrName>
                                        </p:attrNameLst>
                                      </p:cBhvr>
                                      <p:tavLst>
                                        <p:tav tm="0" fmla="#ppt_y-sin(pi*$)/9">
                                          <p:val>
                                            <p:fltVal val="0"/>
                                          </p:val>
                                        </p:tav>
                                        <p:tav tm="100000">
                                          <p:val>
                                            <p:fltVal val="1"/>
                                          </p:val>
                                        </p:tav>
                                      </p:tavLst>
                                    </p:anim>
                                    <p:anim calcmode="lin" valueType="num">
                                      <p:cBhvr>
                                        <p:cTn id="54" dur="166" tmFilter="0, 0; 0.125,0.2665; 0.25,0.4; 0.375,0.465; 0.5,0.5;  0.625,0.535; 0.75,0.6; 0.875,0.7335; 1,1">
                                          <p:stCondLst>
                                            <p:cond delay="662"/>
                                          </p:stCondLst>
                                        </p:cTn>
                                        <p:tgtEl>
                                          <p:spTgt spid="2">
                                            <p:txEl>
                                              <p:pRg st="4" end="4"/>
                                            </p:txEl>
                                          </p:spTgt>
                                        </p:tgtEl>
                                        <p:attrNameLst>
                                          <p:attrName>ppt_y</p:attrName>
                                        </p:attrNameLst>
                                      </p:cBhvr>
                                      <p:tavLst>
                                        <p:tav tm="0" fmla="#ppt_y-sin(pi*$)/27">
                                          <p:val>
                                            <p:fltVal val="0"/>
                                          </p:val>
                                        </p:tav>
                                        <p:tav tm="100000">
                                          <p:val>
                                            <p:fltVal val="1"/>
                                          </p:val>
                                        </p:tav>
                                      </p:tavLst>
                                    </p:anim>
                                    <p:anim calcmode="lin" valueType="num">
                                      <p:cBhvr>
                                        <p:cTn id="55" dur="82" tmFilter="0, 0; 0.125,0.2665; 0.25,0.4; 0.375,0.465; 0.5,0.5;  0.625,0.535; 0.75,0.6; 0.875,0.7335; 1,1">
                                          <p:stCondLst>
                                            <p:cond delay="828"/>
                                          </p:stCondLst>
                                        </p:cTn>
                                        <p:tgtEl>
                                          <p:spTgt spid="2">
                                            <p:txEl>
                                              <p:pRg st="4" end="4"/>
                                            </p:txEl>
                                          </p:spTgt>
                                        </p:tgtEl>
                                        <p:attrNameLst>
                                          <p:attrName>ppt_y</p:attrName>
                                        </p:attrNameLst>
                                      </p:cBhvr>
                                      <p:tavLst>
                                        <p:tav tm="0" fmla="#ppt_y-sin(pi*$)/81">
                                          <p:val>
                                            <p:fltVal val="0"/>
                                          </p:val>
                                        </p:tav>
                                        <p:tav tm="100000">
                                          <p:val>
                                            <p:fltVal val="1"/>
                                          </p:val>
                                        </p:tav>
                                      </p:tavLst>
                                    </p:anim>
                                    <p:animScale>
                                      <p:cBhvr>
                                        <p:cTn id="56" dur="13">
                                          <p:stCondLst>
                                            <p:cond delay="325"/>
                                          </p:stCondLst>
                                        </p:cTn>
                                        <p:tgtEl>
                                          <p:spTgt spid="2">
                                            <p:txEl>
                                              <p:pRg st="4" end="4"/>
                                            </p:txEl>
                                          </p:spTgt>
                                        </p:tgtEl>
                                      </p:cBhvr>
                                      <p:to x="100000" y="60000"/>
                                    </p:animScale>
                                    <p:animScale>
                                      <p:cBhvr>
                                        <p:cTn id="57" dur="83" decel="50000">
                                          <p:stCondLst>
                                            <p:cond delay="338"/>
                                          </p:stCondLst>
                                        </p:cTn>
                                        <p:tgtEl>
                                          <p:spTgt spid="2">
                                            <p:txEl>
                                              <p:pRg st="4" end="4"/>
                                            </p:txEl>
                                          </p:spTgt>
                                        </p:tgtEl>
                                      </p:cBhvr>
                                      <p:to x="100000" y="100000"/>
                                    </p:animScale>
                                    <p:animScale>
                                      <p:cBhvr>
                                        <p:cTn id="58" dur="13">
                                          <p:stCondLst>
                                            <p:cond delay="656"/>
                                          </p:stCondLst>
                                        </p:cTn>
                                        <p:tgtEl>
                                          <p:spTgt spid="2">
                                            <p:txEl>
                                              <p:pRg st="4" end="4"/>
                                            </p:txEl>
                                          </p:spTgt>
                                        </p:tgtEl>
                                      </p:cBhvr>
                                      <p:to x="100000" y="80000"/>
                                    </p:animScale>
                                    <p:animScale>
                                      <p:cBhvr>
                                        <p:cTn id="59" dur="83" decel="50000">
                                          <p:stCondLst>
                                            <p:cond delay="669"/>
                                          </p:stCondLst>
                                        </p:cTn>
                                        <p:tgtEl>
                                          <p:spTgt spid="2">
                                            <p:txEl>
                                              <p:pRg st="4" end="4"/>
                                            </p:txEl>
                                          </p:spTgt>
                                        </p:tgtEl>
                                      </p:cBhvr>
                                      <p:to x="100000" y="100000"/>
                                    </p:animScale>
                                    <p:animScale>
                                      <p:cBhvr>
                                        <p:cTn id="60" dur="13">
                                          <p:stCondLst>
                                            <p:cond delay="821"/>
                                          </p:stCondLst>
                                        </p:cTn>
                                        <p:tgtEl>
                                          <p:spTgt spid="2">
                                            <p:txEl>
                                              <p:pRg st="4" end="4"/>
                                            </p:txEl>
                                          </p:spTgt>
                                        </p:tgtEl>
                                      </p:cBhvr>
                                      <p:to x="100000" y="90000"/>
                                    </p:animScale>
                                    <p:animScale>
                                      <p:cBhvr>
                                        <p:cTn id="61" dur="83" decel="50000">
                                          <p:stCondLst>
                                            <p:cond delay="834"/>
                                          </p:stCondLst>
                                        </p:cTn>
                                        <p:tgtEl>
                                          <p:spTgt spid="2">
                                            <p:txEl>
                                              <p:pRg st="4" end="4"/>
                                            </p:txEl>
                                          </p:spTgt>
                                        </p:tgtEl>
                                      </p:cBhvr>
                                      <p:to x="100000" y="100000"/>
                                    </p:animScale>
                                    <p:animScale>
                                      <p:cBhvr>
                                        <p:cTn id="62" dur="13">
                                          <p:stCondLst>
                                            <p:cond delay="904"/>
                                          </p:stCondLst>
                                        </p:cTn>
                                        <p:tgtEl>
                                          <p:spTgt spid="2">
                                            <p:txEl>
                                              <p:pRg st="4" end="4"/>
                                            </p:txEl>
                                          </p:spTgt>
                                        </p:tgtEl>
                                      </p:cBhvr>
                                      <p:to x="100000" y="95000"/>
                                    </p:animScale>
                                    <p:animScale>
                                      <p:cBhvr>
                                        <p:cTn id="63" dur="83" decel="50000">
                                          <p:stCondLst>
                                            <p:cond delay="917"/>
                                          </p:stCondLst>
                                        </p:cTn>
                                        <p:tgtEl>
                                          <p:spTgt spid="2">
                                            <p:txEl>
                                              <p:pRg st="4" end="4"/>
                                            </p:txEl>
                                          </p:spTgt>
                                        </p:tgtEl>
                                      </p:cBhvr>
                                      <p:to x="100000" y="100000"/>
                                    </p:animScale>
                                  </p:childTnLst>
                                </p:cTn>
                              </p:par>
                            </p:childTnLst>
                          </p:cTn>
                        </p:par>
                      </p:childTnLst>
                    </p:cTn>
                  </p:par>
                  <p:par>
                    <p:cTn id="64" fill="hold">
                      <p:stCondLst>
                        <p:cond delay="indefinite"/>
                      </p:stCondLst>
                      <p:childTnLst>
                        <p:par>
                          <p:cTn id="65" fill="hold">
                            <p:stCondLst>
                              <p:cond delay="0"/>
                            </p:stCondLst>
                            <p:childTnLst>
                              <p:par>
                                <p:cTn id="66" presetID="26" presetClass="entr" presetSubtype="0" fill="hold" nodeType="clickEffect">
                                  <p:stCondLst>
                                    <p:cond delay="0"/>
                                  </p:stCondLst>
                                  <p:childTnLst>
                                    <p:set>
                                      <p:cBhvr>
                                        <p:cTn id="67" dur="1" fill="hold">
                                          <p:stCondLst>
                                            <p:cond delay="0"/>
                                          </p:stCondLst>
                                        </p:cTn>
                                        <p:tgtEl>
                                          <p:spTgt spid="2">
                                            <p:txEl>
                                              <p:pRg st="6" end="6"/>
                                            </p:txEl>
                                          </p:spTgt>
                                        </p:tgtEl>
                                        <p:attrNameLst>
                                          <p:attrName>style.visibility</p:attrName>
                                        </p:attrNameLst>
                                      </p:cBhvr>
                                      <p:to>
                                        <p:strVal val="visible"/>
                                      </p:to>
                                    </p:set>
                                    <p:animEffect transition="in" filter="wipe(down)">
                                      <p:cBhvr>
                                        <p:cTn id="68" dur="290">
                                          <p:stCondLst>
                                            <p:cond delay="0"/>
                                          </p:stCondLst>
                                        </p:cTn>
                                        <p:tgtEl>
                                          <p:spTgt spid="2">
                                            <p:txEl>
                                              <p:pRg st="6" end="6"/>
                                            </p:txEl>
                                          </p:spTgt>
                                        </p:tgtEl>
                                      </p:cBhvr>
                                    </p:animEffect>
                                    <p:anim calcmode="lin" valueType="num">
                                      <p:cBhvr>
                                        <p:cTn id="69" dur="911" tmFilter="0,0; 0.14,0.36; 0.43,0.73; 0.71,0.91; 1.0,1.0">
                                          <p:stCondLst>
                                            <p:cond delay="0"/>
                                          </p:stCondLst>
                                        </p:cTn>
                                        <p:tgtEl>
                                          <p:spTgt spid="2">
                                            <p:txEl>
                                              <p:pRg st="6" end="6"/>
                                            </p:txEl>
                                          </p:spTgt>
                                        </p:tgtEl>
                                        <p:attrNameLst>
                                          <p:attrName>ppt_x</p:attrName>
                                        </p:attrNameLst>
                                      </p:cBhvr>
                                      <p:tavLst>
                                        <p:tav tm="0">
                                          <p:val>
                                            <p:strVal val="#ppt_x-0.25"/>
                                          </p:val>
                                        </p:tav>
                                        <p:tav tm="100000">
                                          <p:val>
                                            <p:strVal val="#ppt_x"/>
                                          </p:val>
                                        </p:tav>
                                      </p:tavLst>
                                    </p:anim>
                                    <p:anim calcmode="lin" valueType="num">
                                      <p:cBhvr>
                                        <p:cTn id="70" dur="332" tmFilter="0.0,0.0; 0.25,0.07; 0.50,0.2; 0.75,0.467; 1.0,1.0">
                                          <p:stCondLst>
                                            <p:cond delay="0"/>
                                          </p:stCondLst>
                                        </p:cTn>
                                        <p:tgtEl>
                                          <p:spTgt spid="2">
                                            <p:txEl>
                                              <p:pRg st="6" end="6"/>
                                            </p:txEl>
                                          </p:spTgt>
                                        </p:tgtEl>
                                        <p:attrNameLst>
                                          <p:attrName>ppt_y</p:attrName>
                                        </p:attrNameLst>
                                      </p:cBhvr>
                                      <p:tavLst>
                                        <p:tav tm="0" fmla="#ppt_y-sin(pi*$)/3">
                                          <p:val>
                                            <p:fltVal val="0.5"/>
                                          </p:val>
                                        </p:tav>
                                        <p:tav tm="100000">
                                          <p:val>
                                            <p:fltVal val="1"/>
                                          </p:val>
                                        </p:tav>
                                      </p:tavLst>
                                    </p:anim>
                                    <p:anim calcmode="lin" valueType="num">
                                      <p:cBhvr>
                                        <p:cTn id="71" dur="332" tmFilter="0, 0; 0.125,0.2665; 0.25,0.4; 0.375,0.465; 0.5,0.5;  0.625,0.535; 0.75,0.6; 0.875,0.7335; 1,1">
                                          <p:stCondLst>
                                            <p:cond delay="332"/>
                                          </p:stCondLst>
                                        </p:cTn>
                                        <p:tgtEl>
                                          <p:spTgt spid="2">
                                            <p:txEl>
                                              <p:pRg st="6" end="6"/>
                                            </p:txEl>
                                          </p:spTgt>
                                        </p:tgtEl>
                                        <p:attrNameLst>
                                          <p:attrName>ppt_y</p:attrName>
                                        </p:attrNameLst>
                                      </p:cBhvr>
                                      <p:tavLst>
                                        <p:tav tm="0" fmla="#ppt_y-sin(pi*$)/9">
                                          <p:val>
                                            <p:fltVal val="0"/>
                                          </p:val>
                                        </p:tav>
                                        <p:tav tm="100000">
                                          <p:val>
                                            <p:fltVal val="1"/>
                                          </p:val>
                                        </p:tav>
                                      </p:tavLst>
                                    </p:anim>
                                    <p:anim calcmode="lin" valueType="num">
                                      <p:cBhvr>
                                        <p:cTn id="72" dur="166" tmFilter="0, 0; 0.125,0.2665; 0.25,0.4; 0.375,0.465; 0.5,0.5;  0.625,0.535; 0.75,0.6; 0.875,0.7335; 1,1">
                                          <p:stCondLst>
                                            <p:cond delay="662"/>
                                          </p:stCondLst>
                                        </p:cTn>
                                        <p:tgtEl>
                                          <p:spTgt spid="2">
                                            <p:txEl>
                                              <p:pRg st="6" end="6"/>
                                            </p:txEl>
                                          </p:spTgt>
                                        </p:tgtEl>
                                        <p:attrNameLst>
                                          <p:attrName>ppt_y</p:attrName>
                                        </p:attrNameLst>
                                      </p:cBhvr>
                                      <p:tavLst>
                                        <p:tav tm="0" fmla="#ppt_y-sin(pi*$)/27">
                                          <p:val>
                                            <p:fltVal val="0"/>
                                          </p:val>
                                        </p:tav>
                                        <p:tav tm="100000">
                                          <p:val>
                                            <p:fltVal val="1"/>
                                          </p:val>
                                        </p:tav>
                                      </p:tavLst>
                                    </p:anim>
                                    <p:anim calcmode="lin" valueType="num">
                                      <p:cBhvr>
                                        <p:cTn id="73" dur="82" tmFilter="0, 0; 0.125,0.2665; 0.25,0.4; 0.375,0.465; 0.5,0.5;  0.625,0.535; 0.75,0.6; 0.875,0.7335; 1,1">
                                          <p:stCondLst>
                                            <p:cond delay="828"/>
                                          </p:stCondLst>
                                        </p:cTn>
                                        <p:tgtEl>
                                          <p:spTgt spid="2">
                                            <p:txEl>
                                              <p:pRg st="6" end="6"/>
                                            </p:txEl>
                                          </p:spTgt>
                                        </p:tgtEl>
                                        <p:attrNameLst>
                                          <p:attrName>ppt_y</p:attrName>
                                        </p:attrNameLst>
                                      </p:cBhvr>
                                      <p:tavLst>
                                        <p:tav tm="0" fmla="#ppt_y-sin(pi*$)/81">
                                          <p:val>
                                            <p:fltVal val="0"/>
                                          </p:val>
                                        </p:tav>
                                        <p:tav tm="100000">
                                          <p:val>
                                            <p:fltVal val="1"/>
                                          </p:val>
                                        </p:tav>
                                      </p:tavLst>
                                    </p:anim>
                                    <p:animScale>
                                      <p:cBhvr>
                                        <p:cTn id="74" dur="13">
                                          <p:stCondLst>
                                            <p:cond delay="325"/>
                                          </p:stCondLst>
                                        </p:cTn>
                                        <p:tgtEl>
                                          <p:spTgt spid="2">
                                            <p:txEl>
                                              <p:pRg st="6" end="6"/>
                                            </p:txEl>
                                          </p:spTgt>
                                        </p:tgtEl>
                                      </p:cBhvr>
                                      <p:to x="100000" y="60000"/>
                                    </p:animScale>
                                    <p:animScale>
                                      <p:cBhvr>
                                        <p:cTn id="75" dur="83" decel="50000">
                                          <p:stCondLst>
                                            <p:cond delay="338"/>
                                          </p:stCondLst>
                                        </p:cTn>
                                        <p:tgtEl>
                                          <p:spTgt spid="2">
                                            <p:txEl>
                                              <p:pRg st="6" end="6"/>
                                            </p:txEl>
                                          </p:spTgt>
                                        </p:tgtEl>
                                      </p:cBhvr>
                                      <p:to x="100000" y="100000"/>
                                    </p:animScale>
                                    <p:animScale>
                                      <p:cBhvr>
                                        <p:cTn id="76" dur="13">
                                          <p:stCondLst>
                                            <p:cond delay="656"/>
                                          </p:stCondLst>
                                        </p:cTn>
                                        <p:tgtEl>
                                          <p:spTgt spid="2">
                                            <p:txEl>
                                              <p:pRg st="6" end="6"/>
                                            </p:txEl>
                                          </p:spTgt>
                                        </p:tgtEl>
                                      </p:cBhvr>
                                      <p:to x="100000" y="80000"/>
                                    </p:animScale>
                                    <p:animScale>
                                      <p:cBhvr>
                                        <p:cTn id="77" dur="83" decel="50000">
                                          <p:stCondLst>
                                            <p:cond delay="669"/>
                                          </p:stCondLst>
                                        </p:cTn>
                                        <p:tgtEl>
                                          <p:spTgt spid="2">
                                            <p:txEl>
                                              <p:pRg st="6" end="6"/>
                                            </p:txEl>
                                          </p:spTgt>
                                        </p:tgtEl>
                                      </p:cBhvr>
                                      <p:to x="100000" y="100000"/>
                                    </p:animScale>
                                    <p:animScale>
                                      <p:cBhvr>
                                        <p:cTn id="78" dur="13">
                                          <p:stCondLst>
                                            <p:cond delay="821"/>
                                          </p:stCondLst>
                                        </p:cTn>
                                        <p:tgtEl>
                                          <p:spTgt spid="2">
                                            <p:txEl>
                                              <p:pRg st="6" end="6"/>
                                            </p:txEl>
                                          </p:spTgt>
                                        </p:tgtEl>
                                      </p:cBhvr>
                                      <p:to x="100000" y="90000"/>
                                    </p:animScale>
                                    <p:animScale>
                                      <p:cBhvr>
                                        <p:cTn id="79" dur="83" decel="50000">
                                          <p:stCondLst>
                                            <p:cond delay="834"/>
                                          </p:stCondLst>
                                        </p:cTn>
                                        <p:tgtEl>
                                          <p:spTgt spid="2">
                                            <p:txEl>
                                              <p:pRg st="6" end="6"/>
                                            </p:txEl>
                                          </p:spTgt>
                                        </p:tgtEl>
                                      </p:cBhvr>
                                      <p:to x="100000" y="100000"/>
                                    </p:animScale>
                                    <p:animScale>
                                      <p:cBhvr>
                                        <p:cTn id="80" dur="13">
                                          <p:stCondLst>
                                            <p:cond delay="904"/>
                                          </p:stCondLst>
                                        </p:cTn>
                                        <p:tgtEl>
                                          <p:spTgt spid="2">
                                            <p:txEl>
                                              <p:pRg st="6" end="6"/>
                                            </p:txEl>
                                          </p:spTgt>
                                        </p:tgtEl>
                                      </p:cBhvr>
                                      <p:to x="100000" y="95000"/>
                                    </p:animScale>
                                    <p:animScale>
                                      <p:cBhvr>
                                        <p:cTn id="81" dur="83" decel="50000">
                                          <p:stCondLst>
                                            <p:cond delay="917"/>
                                          </p:stCondLst>
                                        </p:cTn>
                                        <p:tgtEl>
                                          <p:spTgt spid="2">
                                            <p:txEl>
                                              <p:pRg st="6" end="6"/>
                                            </p:txEl>
                                          </p:spTgt>
                                        </p:tgtEl>
                                      </p:cBhvr>
                                      <p:to x="100000" y="100000"/>
                                    </p:animScale>
                                  </p:childTnLst>
                                </p:cTn>
                              </p:par>
                            </p:childTnLst>
                          </p:cTn>
                        </p:par>
                      </p:childTnLst>
                    </p:cTn>
                  </p:par>
                  <p:par>
                    <p:cTn id="82" fill="hold">
                      <p:stCondLst>
                        <p:cond delay="indefinite"/>
                      </p:stCondLst>
                      <p:childTnLst>
                        <p:par>
                          <p:cTn id="83" fill="hold">
                            <p:stCondLst>
                              <p:cond delay="0"/>
                            </p:stCondLst>
                            <p:childTnLst>
                              <p:par>
                                <p:cTn id="84" presetID="26" presetClass="entr" presetSubtype="0" fill="hold" nodeType="clickEffect">
                                  <p:stCondLst>
                                    <p:cond delay="0"/>
                                  </p:stCondLst>
                                  <p:childTnLst>
                                    <p:set>
                                      <p:cBhvr>
                                        <p:cTn id="85" dur="1" fill="hold">
                                          <p:stCondLst>
                                            <p:cond delay="0"/>
                                          </p:stCondLst>
                                        </p:cTn>
                                        <p:tgtEl>
                                          <p:spTgt spid="2">
                                            <p:txEl>
                                              <p:pRg st="8" end="8"/>
                                            </p:txEl>
                                          </p:spTgt>
                                        </p:tgtEl>
                                        <p:attrNameLst>
                                          <p:attrName>style.visibility</p:attrName>
                                        </p:attrNameLst>
                                      </p:cBhvr>
                                      <p:to>
                                        <p:strVal val="visible"/>
                                      </p:to>
                                    </p:set>
                                    <p:animEffect transition="in" filter="wipe(down)">
                                      <p:cBhvr>
                                        <p:cTn id="86" dur="290">
                                          <p:stCondLst>
                                            <p:cond delay="0"/>
                                          </p:stCondLst>
                                        </p:cTn>
                                        <p:tgtEl>
                                          <p:spTgt spid="2">
                                            <p:txEl>
                                              <p:pRg st="8" end="8"/>
                                            </p:txEl>
                                          </p:spTgt>
                                        </p:tgtEl>
                                      </p:cBhvr>
                                    </p:animEffect>
                                    <p:anim calcmode="lin" valueType="num">
                                      <p:cBhvr>
                                        <p:cTn id="87" dur="911" tmFilter="0,0; 0.14,0.36; 0.43,0.73; 0.71,0.91; 1.0,1.0">
                                          <p:stCondLst>
                                            <p:cond delay="0"/>
                                          </p:stCondLst>
                                        </p:cTn>
                                        <p:tgtEl>
                                          <p:spTgt spid="2">
                                            <p:txEl>
                                              <p:pRg st="8" end="8"/>
                                            </p:txEl>
                                          </p:spTgt>
                                        </p:tgtEl>
                                        <p:attrNameLst>
                                          <p:attrName>ppt_x</p:attrName>
                                        </p:attrNameLst>
                                      </p:cBhvr>
                                      <p:tavLst>
                                        <p:tav tm="0">
                                          <p:val>
                                            <p:strVal val="#ppt_x-0.25"/>
                                          </p:val>
                                        </p:tav>
                                        <p:tav tm="100000">
                                          <p:val>
                                            <p:strVal val="#ppt_x"/>
                                          </p:val>
                                        </p:tav>
                                      </p:tavLst>
                                    </p:anim>
                                    <p:anim calcmode="lin" valueType="num">
                                      <p:cBhvr>
                                        <p:cTn id="88" dur="332" tmFilter="0.0,0.0; 0.25,0.07; 0.50,0.2; 0.75,0.467; 1.0,1.0">
                                          <p:stCondLst>
                                            <p:cond delay="0"/>
                                          </p:stCondLst>
                                        </p:cTn>
                                        <p:tgtEl>
                                          <p:spTgt spid="2">
                                            <p:txEl>
                                              <p:pRg st="8" end="8"/>
                                            </p:txEl>
                                          </p:spTgt>
                                        </p:tgtEl>
                                        <p:attrNameLst>
                                          <p:attrName>ppt_y</p:attrName>
                                        </p:attrNameLst>
                                      </p:cBhvr>
                                      <p:tavLst>
                                        <p:tav tm="0" fmla="#ppt_y-sin(pi*$)/3">
                                          <p:val>
                                            <p:fltVal val="0.5"/>
                                          </p:val>
                                        </p:tav>
                                        <p:tav tm="100000">
                                          <p:val>
                                            <p:fltVal val="1"/>
                                          </p:val>
                                        </p:tav>
                                      </p:tavLst>
                                    </p:anim>
                                    <p:anim calcmode="lin" valueType="num">
                                      <p:cBhvr>
                                        <p:cTn id="89" dur="332" tmFilter="0, 0; 0.125,0.2665; 0.25,0.4; 0.375,0.465; 0.5,0.5;  0.625,0.535; 0.75,0.6; 0.875,0.7335; 1,1">
                                          <p:stCondLst>
                                            <p:cond delay="332"/>
                                          </p:stCondLst>
                                        </p:cTn>
                                        <p:tgtEl>
                                          <p:spTgt spid="2">
                                            <p:txEl>
                                              <p:pRg st="8" end="8"/>
                                            </p:txEl>
                                          </p:spTgt>
                                        </p:tgtEl>
                                        <p:attrNameLst>
                                          <p:attrName>ppt_y</p:attrName>
                                        </p:attrNameLst>
                                      </p:cBhvr>
                                      <p:tavLst>
                                        <p:tav tm="0" fmla="#ppt_y-sin(pi*$)/9">
                                          <p:val>
                                            <p:fltVal val="0"/>
                                          </p:val>
                                        </p:tav>
                                        <p:tav tm="100000">
                                          <p:val>
                                            <p:fltVal val="1"/>
                                          </p:val>
                                        </p:tav>
                                      </p:tavLst>
                                    </p:anim>
                                    <p:anim calcmode="lin" valueType="num">
                                      <p:cBhvr>
                                        <p:cTn id="90" dur="166" tmFilter="0, 0; 0.125,0.2665; 0.25,0.4; 0.375,0.465; 0.5,0.5;  0.625,0.535; 0.75,0.6; 0.875,0.7335; 1,1">
                                          <p:stCondLst>
                                            <p:cond delay="662"/>
                                          </p:stCondLst>
                                        </p:cTn>
                                        <p:tgtEl>
                                          <p:spTgt spid="2">
                                            <p:txEl>
                                              <p:pRg st="8" end="8"/>
                                            </p:txEl>
                                          </p:spTgt>
                                        </p:tgtEl>
                                        <p:attrNameLst>
                                          <p:attrName>ppt_y</p:attrName>
                                        </p:attrNameLst>
                                      </p:cBhvr>
                                      <p:tavLst>
                                        <p:tav tm="0" fmla="#ppt_y-sin(pi*$)/27">
                                          <p:val>
                                            <p:fltVal val="0"/>
                                          </p:val>
                                        </p:tav>
                                        <p:tav tm="100000">
                                          <p:val>
                                            <p:fltVal val="1"/>
                                          </p:val>
                                        </p:tav>
                                      </p:tavLst>
                                    </p:anim>
                                    <p:anim calcmode="lin" valueType="num">
                                      <p:cBhvr>
                                        <p:cTn id="91" dur="82" tmFilter="0, 0; 0.125,0.2665; 0.25,0.4; 0.375,0.465; 0.5,0.5;  0.625,0.535; 0.75,0.6; 0.875,0.7335; 1,1">
                                          <p:stCondLst>
                                            <p:cond delay="828"/>
                                          </p:stCondLst>
                                        </p:cTn>
                                        <p:tgtEl>
                                          <p:spTgt spid="2">
                                            <p:txEl>
                                              <p:pRg st="8" end="8"/>
                                            </p:txEl>
                                          </p:spTgt>
                                        </p:tgtEl>
                                        <p:attrNameLst>
                                          <p:attrName>ppt_y</p:attrName>
                                        </p:attrNameLst>
                                      </p:cBhvr>
                                      <p:tavLst>
                                        <p:tav tm="0" fmla="#ppt_y-sin(pi*$)/81">
                                          <p:val>
                                            <p:fltVal val="0"/>
                                          </p:val>
                                        </p:tav>
                                        <p:tav tm="100000">
                                          <p:val>
                                            <p:fltVal val="1"/>
                                          </p:val>
                                        </p:tav>
                                      </p:tavLst>
                                    </p:anim>
                                    <p:animScale>
                                      <p:cBhvr>
                                        <p:cTn id="92" dur="13">
                                          <p:stCondLst>
                                            <p:cond delay="325"/>
                                          </p:stCondLst>
                                        </p:cTn>
                                        <p:tgtEl>
                                          <p:spTgt spid="2">
                                            <p:txEl>
                                              <p:pRg st="8" end="8"/>
                                            </p:txEl>
                                          </p:spTgt>
                                        </p:tgtEl>
                                      </p:cBhvr>
                                      <p:to x="100000" y="60000"/>
                                    </p:animScale>
                                    <p:animScale>
                                      <p:cBhvr>
                                        <p:cTn id="93" dur="83" decel="50000">
                                          <p:stCondLst>
                                            <p:cond delay="338"/>
                                          </p:stCondLst>
                                        </p:cTn>
                                        <p:tgtEl>
                                          <p:spTgt spid="2">
                                            <p:txEl>
                                              <p:pRg st="8" end="8"/>
                                            </p:txEl>
                                          </p:spTgt>
                                        </p:tgtEl>
                                      </p:cBhvr>
                                      <p:to x="100000" y="100000"/>
                                    </p:animScale>
                                    <p:animScale>
                                      <p:cBhvr>
                                        <p:cTn id="94" dur="13">
                                          <p:stCondLst>
                                            <p:cond delay="656"/>
                                          </p:stCondLst>
                                        </p:cTn>
                                        <p:tgtEl>
                                          <p:spTgt spid="2">
                                            <p:txEl>
                                              <p:pRg st="8" end="8"/>
                                            </p:txEl>
                                          </p:spTgt>
                                        </p:tgtEl>
                                      </p:cBhvr>
                                      <p:to x="100000" y="80000"/>
                                    </p:animScale>
                                    <p:animScale>
                                      <p:cBhvr>
                                        <p:cTn id="95" dur="83" decel="50000">
                                          <p:stCondLst>
                                            <p:cond delay="669"/>
                                          </p:stCondLst>
                                        </p:cTn>
                                        <p:tgtEl>
                                          <p:spTgt spid="2">
                                            <p:txEl>
                                              <p:pRg st="8" end="8"/>
                                            </p:txEl>
                                          </p:spTgt>
                                        </p:tgtEl>
                                      </p:cBhvr>
                                      <p:to x="100000" y="100000"/>
                                    </p:animScale>
                                    <p:animScale>
                                      <p:cBhvr>
                                        <p:cTn id="96" dur="13">
                                          <p:stCondLst>
                                            <p:cond delay="821"/>
                                          </p:stCondLst>
                                        </p:cTn>
                                        <p:tgtEl>
                                          <p:spTgt spid="2">
                                            <p:txEl>
                                              <p:pRg st="8" end="8"/>
                                            </p:txEl>
                                          </p:spTgt>
                                        </p:tgtEl>
                                      </p:cBhvr>
                                      <p:to x="100000" y="90000"/>
                                    </p:animScale>
                                    <p:animScale>
                                      <p:cBhvr>
                                        <p:cTn id="97" dur="83" decel="50000">
                                          <p:stCondLst>
                                            <p:cond delay="834"/>
                                          </p:stCondLst>
                                        </p:cTn>
                                        <p:tgtEl>
                                          <p:spTgt spid="2">
                                            <p:txEl>
                                              <p:pRg st="8" end="8"/>
                                            </p:txEl>
                                          </p:spTgt>
                                        </p:tgtEl>
                                      </p:cBhvr>
                                      <p:to x="100000" y="100000"/>
                                    </p:animScale>
                                    <p:animScale>
                                      <p:cBhvr>
                                        <p:cTn id="98" dur="13">
                                          <p:stCondLst>
                                            <p:cond delay="904"/>
                                          </p:stCondLst>
                                        </p:cTn>
                                        <p:tgtEl>
                                          <p:spTgt spid="2">
                                            <p:txEl>
                                              <p:pRg st="8" end="8"/>
                                            </p:txEl>
                                          </p:spTgt>
                                        </p:tgtEl>
                                      </p:cBhvr>
                                      <p:to x="100000" y="95000"/>
                                    </p:animScale>
                                    <p:animScale>
                                      <p:cBhvr>
                                        <p:cTn id="99" dur="83" decel="50000">
                                          <p:stCondLst>
                                            <p:cond delay="917"/>
                                          </p:stCondLst>
                                        </p:cTn>
                                        <p:tgtEl>
                                          <p:spTgt spid="2">
                                            <p:txEl>
                                              <p:pRg st="8" end="8"/>
                                            </p:txEl>
                                          </p:spTgt>
                                        </p:tgtEl>
                                      </p:cBhvr>
                                      <p:to x="100000" y="100000"/>
                                    </p:animScale>
                                  </p:childTnLst>
                                </p:cTn>
                              </p:par>
                            </p:childTnLst>
                          </p:cTn>
                        </p:par>
                      </p:childTnLst>
                    </p:cTn>
                  </p:par>
                  <p:par>
                    <p:cTn id="100" fill="hold">
                      <p:stCondLst>
                        <p:cond delay="indefinite"/>
                      </p:stCondLst>
                      <p:childTnLst>
                        <p:par>
                          <p:cTn id="101" fill="hold">
                            <p:stCondLst>
                              <p:cond delay="0"/>
                            </p:stCondLst>
                            <p:childTnLst>
                              <p:par>
                                <p:cTn id="102" presetID="26" presetClass="entr" presetSubtype="0" fill="hold" nodeType="clickEffect">
                                  <p:stCondLst>
                                    <p:cond delay="0"/>
                                  </p:stCondLst>
                                  <p:childTnLst>
                                    <p:set>
                                      <p:cBhvr>
                                        <p:cTn id="103" dur="1" fill="hold">
                                          <p:stCondLst>
                                            <p:cond delay="0"/>
                                          </p:stCondLst>
                                        </p:cTn>
                                        <p:tgtEl>
                                          <p:spTgt spid="2">
                                            <p:txEl>
                                              <p:pRg st="10" end="10"/>
                                            </p:txEl>
                                          </p:spTgt>
                                        </p:tgtEl>
                                        <p:attrNameLst>
                                          <p:attrName>style.visibility</p:attrName>
                                        </p:attrNameLst>
                                      </p:cBhvr>
                                      <p:to>
                                        <p:strVal val="visible"/>
                                      </p:to>
                                    </p:set>
                                    <p:animEffect transition="in" filter="wipe(down)">
                                      <p:cBhvr>
                                        <p:cTn id="104" dur="290">
                                          <p:stCondLst>
                                            <p:cond delay="0"/>
                                          </p:stCondLst>
                                        </p:cTn>
                                        <p:tgtEl>
                                          <p:spTgt spid="2">
                                            <p:txEl>
                                              <p:pRg st="10" end="10"/>
                                            </p:txEl>
                                          </p:spTgt>
                                        </p:tgtEl>
                                      </p:cBhvr>
                                    </p:animEffect>
                                    <p:anim calcmode="lin" valueType="num">
                                      <p:cBhvr>
                                        <p:cTn id="105" dur="911" tmFilter="0,0; 0.14,0.36; 0.43,0.73; 0.71,0.91; 1.0,1.0">
                                          <p:stCondLst>
                                            <p:cond delay="0"/>
                                          </p:stCondLst>
                                        </p:cTn>
                                        <p:tgtEl>
                                          <p:spTgt spid="2">
                                            <p:txEl>
                                              <p:pRg st="10" end="10"/>
                                            </p:txEl>
                                          </p:spTgt>
                                        </p:tgtEl>
                                        <p:attrNameLst>
                                          <p:attrName>ppt_x</p:attrName>
                                        </p:attrNameLst>
                                      </p:cBhvr>
                                      <p:tavLst>
                                        <p:tav tm="0">
                                          <p:val>
                                            <p:strVal val="#ppt_x-0.25"/>
                                          </p:val>
                                        </p:tav>
                                        <p:tav tm="100000">
                                          <p:val>
                                            <p:strVal val="#ppt_x"/>
                                          </p:val>
                                        </p:tav>
                                      </p:tavLst>
                                    </p:anim>
                                    <p:anim calcmode="lin" valueType="num">
                                      <p:cBhvr>
                                        <p:cTn id="106" dur="332" tmFilter="0.0,0.0; 0.25,0.07; 0.50,0.2; 0.75,0.467; 1.0,1.0">
                                          <p:stCondLst>
                                            <p:cond delay="0"/>
                                          </p:stCondLst>
                                        </p:cTn>
                                        <p:tgtEl>
                                          <p:spTgt spid="2">
                                            <p:txEl>
                                              <p:pRg st="10" end="10"/>
                                            </p:txEl>
                                          </p:spTgt>
                                        </p:tgtEl>
                                        <p:attrNameLst>
                                          <p:attrName>ppt_y</p:attrName>
                                        </p:attrNameLst>
                                      </p:cBhvr>
                                      <p:tavLst>
                                        <p:tav tm="0" fmla="#ppt_y-sin(pi*$)/3">
                                          <p:val>
                                            <p:fltVal val="0.5"/>
                                          </p:val>
                                        </p:tav>
                                        <p:tav tm="100000">
                                          <p:val>
                                            <p:fltVal val="1"/>
                                          </p:val>
                                        </p:tav>
                                      </p:tavLst>
                                    </p:anim>
                                    <p:anim calcmode="lin" valueType="num">
                                      <p:cBhvr>
                                        <p:cTn id="107" dur="332" tmFilter="0, 0; 0.125,0.2665; 0.25,0.4; 0.375,0.465; 0.5,0.5;  0.625,0.535; 0.75,0.6; 0.875,0.7335; 1,1">
                                          <p:stCondLst>
                                            <p:cond delay="332"/>
                                          </p:stCondLst>
                                        </p:cTn>
                                        <p:tgtEl>
                                          <p:spTgt spid="2">
                                            <p:txEl>
                                              <p:pRg st="10" end="10"/>
                                            </p:txEl>
                                          </p:spTgt>
                                        </p:tgtEl>
                                        <p:attrNameLst>
                                          <p:attrName>ppt_y</p:attrName>
                                        </p:attrNameLst>
                                      </p:cBhvr>
                                      <p:tavLst>
                                        <p:tav tm="0" fmla="#ppt_y-sin(pi*$)/9">
                                          <p:val>
                                            <p:fltVal val="0"/>
                                          </p:val>
                                        </p:tav>
                                        <p:tav tm="100000">
                                          <p:val>
                                            <p:fltVal val="1"/>
                                          </p:val>
                                        </p:tav>
                                      </p:tavLst>
                                    </p:anim>
                                    <p:anim calcmode="lin" valueType="num">
                                      <p:cBhvr>
                                        <p:cTn id="108" dur="166" tmFilter="0, 0; 0.125,0.2665; 0.25,0.4; 0.375,0.465; 0.5,0.5;  0.625,0.535; 0.75,0.6; 0.875,0.7335; 1,1">
                                          <p:stCondLst>
                                            <p:cond delay="662"/>
                                          </p:stCondLst>
                                        </p:cTn>
                                        <p:tgtEl>
                                          <p:spTgt spid="2">
                                            <p:txEl>
                                              <p:pRg st="10" end="10"/>
                                            </p:txEl>
                                          </p:spTgt>
                                        </p:tgtEl>
                                        <p:attrNameLst>
                                          <p:attrName>ppt_y</p:attrName>
                                        </p:attrNameLst>
                                      </p:cBhvr>
                                      <p:tavLst>
                                        <p:tav tm="0" fmla="#ppt_y-sin(pi*$)/27">
                                          <p:val>
                                            <p:fltVal val="0"/>
                                          </p:val>
                                        </p:tav>
                                        <p:tav tm="100000">
                                          <p:val>
                                            <p:fltVal val="1"/>
                                          </p:val>
                                        </p:tav>
                                      </p:tavLst>
                                    </p:anim>
                                    <p:anim calcmode="lin" valueType="num">
                                      <p:cBhvr>
                                        <p:cTn id="109" dur="82" tmFilter="0, 0; 0.125,0.2665; 0.25,0.4; 0.375,0.465; 0.5,0.5;  0.625,0.535; 0.75,0.6; 0.875,0.7335; 1,1">
                                          <p:stCondLst>
                                            <p:cond delay="828"/>
                                          </p:stCondLst>
                                        </p:cTn>
                                        <p:tgtEl>
                                          <p:spTgt spid="2">
                                            <p:txEl>
                                              <p:pRg st="10" end="10"/>
                                            </p:txEl>
                                          </p:spTgt>
                                        </p:tgtEl>
                                        <p:attrNameLst>
                                          <p:attrName>ppt_y</p:attrName>
                                        </p:attrNameLst>
                                      </p:cBhvr>
                                      <p:tavLst>
                                        <p:tav tm="0" fmla="#ppt_y-sin(pi*$)/81">
                                          <p:val>
                                            <p:fltVal val="0"/>
                                          </p:val>
                                        </p:tav>
                                        <p:tav tm="100000">
                                          <p:val>
                                            <p:fltVal val="1"/>
                                          </p:val>
                                        </p:tav>
                                      </p:tavLst>
                                    </p:anim>
                                    <p:animScale>
                                      <p:cBhvr>
                                        <p:cTn id="110" dur="13">
                                          <p:stCondLst>
                                            <p:cond delay="325"/>
                                          </p:stCondLst>
                                        </p:cTn>
                                        <p:tgtEl>
                                          <p:spTgt spid="2">
                                            <p:txEl>
                                              <p:pRg st="10" end="10"/>
                                            </p:txEl>
                                          </p:spTgt>
                                        </p:tgtEl>
                                      </p:cBhvr>
                                      <p:to x="100000" y="60000"/>
                                    </p:animScale>
                                    <p:animScale>
                                      <p:cBhvr>
                                        <p:cTn id="111" dur="83" decel="50000">
                                          <p:stCondLst>
                                            <p:cond delay="338"/>
                                          </p:stCondLst>
                                        </p:cTn>
                                        <p:tgtEl>
                                          <p:spTgt spid="2">
                                            <p:txEl>
                                              <p:pRg st="10" end="10"/>
                                            </p:txEl>
                                          </p:spTgt>
                                        </p:tgtEl>
                                      </p:cBhvr>
                                      <p:to x="100000" y="100000"/>
                                    </p:animScale>
                                    <p:animScale>
                                      <p:cBhvr>
                                        <p:cTn id="112" dur="13">
                                          <p:stCondLst>
                                            <p:cond delay="656"/>
                                          </p:stCondLst>
                                        </p:cTn>
                                        <p:tgtEl>
                                          <p:spTgt spid="2">
                                            <p:txEl>
                                              <p:pRg st="10" end="10"/>
                                            </p:txEl>
                                          </p:spTgt>
                                        </p:tgtEl>
                                      </p:cBhvr>
                                      <p:to x="100000" y="80000"/>
                                    </p:animScale>
                                    <p:animScale>
                                      <p:cBhvr>
                                        <p:cTn id="113" dur="83" decel="50000">
                                          <p:stCondLst>
                                            <p:cond delay="669"/>
                                          </p:stCondLst>
                                        </p:cTn>
                                        <p:tgtEl>
                                          <p:spTgt spid="2">
                                            <p:txEl>
                                              <p:pRg st="10" end="10"/>
                                            </p:txEl>
                                          </p:spTgt>
                                        </p:tgtEl>
                                      </p:cBhvr>
                                      <p:to x="100000" y="100000"/>
                                    </p:animScale>
                                    <p:animScale>
                                      <p:cBhvr>
                                        <p:cTn id="114" dur="13">
                                          <p:stCondLst>
                                            <p:cond delay="821"/>
                                          </p:stCondLst>
                                        </p:cTn>
                                        <p:tgtEl>
                                          <p:spTgt spid="2">
                                            <p:txEl>
                                              <p:pRg st="10" end="10"/>
                                            </p:txEl>
                                          </p:spTgt>
                                        </p:tgtEl>
                                      </p:cBhvr>
                                      <p:to x="100000" y="90000"/>
                                    </p:animScale>
                                    <p:animScale>
                                      <p:cBhvr>
                                        <p:cTn id="115" dur="83" decel="50000">
                                          <p:stCondLst>
                                            <p:cond delay="834"/>
                                          </p:stCondLst>
                                        </p:cTn>
                                        <p:tgtEl>
                                          <p:spTgt spid="2">
                                            <p:txEl>
                                              <p:pRg st="10" end="10"/>
                                            </p:txEl>
                                          </p:spTgt>
                                        </p:tgtEl>
                                      </p:cBhvr>
                                      <p:to x="100000" y="100000"/>
                                    </p:animScale>
                                    <p:animScale>
                                      <p:cBhvr>
                                        <p:cTn id="116" dur="13">
                                          <p:stCondLst>
                                            <p:cond delay="904"/>
                                          </p:stCondLst>
                                        </p:cTn>
                                        <p:tgtEl>
                                          <p:spTgt spid="2">
                                            <p:txEl>
                                              <p:pRg st="10" end="10"/>
                                            </p:txEl>
                                          </p:spTgt>
                                        </p:tgtEl>
                                      </p:cBhvr>
                                      <p:to x="100000" y="95000"/>
                                    </p:animScale>
                                    <p:animScale>
                                      <p:cBhvr>
                                        <p:cTn id="117" dur="83" decel="50000">
                                          <p:stCondLst>
                                            <p:cond delay="917"/>
                                          </p:stCondLst>
                                        </p:cTn>
                                        <p:tgtEl>
                                          <p:spTgt spid="2">
                                            <p:txEl>
                                              <p:pRg st="10" end="10"/>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7" name="Google Shape;257;p23"/>
          <p:cNvSpPr txBox="1"/>
          <p:nvPr/>
        </p:nvSpPr>
        <p:spPr>
          <a:xfrm>
            <a:off x="-54186" y="1901394"/>
            <a:ext cx="4858024" cy="1857096"/>
          </a:xfrm>
          <a:prstGeom prst="rect">
            <a:avLst/>
          </a:prstGeom>
          <a:no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vi-VN" sz="4000" i="1">
                <a:solidFill>
                  <a:schemeClr val="accent4">
                    <a:lumMod val="75000"/>
                  </a:schemeClr>
                </a:solidFill>
                <a:latin typeface="Merriweather"/>
                <a:ea typeface="Merriweather"/>
                <a:cs typeface="Merriweather"/>
                <a:sym typeface="Merriweather"/>
              </a:rPr>
              <a:t>Cảm ơn thầy và các bạn đã chú ý lắng nghe!</a:t>
            </a:r>
            <a:endParaRPr sz="4000" i="1">
              <a:solidFill>
                <a:schemeClr val="accent4">
                  <a:lumMod val="75000"/>
                </a:schemeClr>
              </a:solidFill>
              <a:latin typeface="Merriweather"/>
              <a:ea typeface="Merriweather"/>
              <a:cs typeface="Merriweather"/>
              <a:sym typeface="Merriweather"/>
            </a:endParaRPr>
          </a:p>
        </p:txBody>
      </p:sp>
      <p:pic>
        <p:nvPicPr>
          <p:cNvPr id="8196" name="Picture 4" descr="https://toigingiuvedep.vn/wp-content/uploads/2021/06/hinh-anh-hoat-hinh-de-thuong-1.jpg"/>
          <p:cNvPicPr>
            <a:picLocks noChangeAspect="1" noChangeArrowheads="1"/>
          </p:cNvPicPr>
          <p:nvPr/>
        </p:nvPicPr>
        <p:blipFill rotWithShape="1">
          <a:blip r:embed="rId3">
            <a:extLst>
              <a:ext uri="{28A0092B-C50C-407E-A947-70E740481C1C}">
                <a14:useLocalDpi xmlns:a14="http://schemas.microsoft.com/office/drawing/2010/main" val="0"/>
              </a:ext>
            </a:extLst>
          </a:blip>
          <a:srcRect l="-508" t="-6610" r="508" b="6610"/>
          <a:stretch/>
        </p:blipFill>
        <p:spPr bwMode="auto">
          <a:xfrm>
            <a:off x="4803838" y="-325120"/>
            <a:ext cx="4340162" cy="4453029"/>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20D5AA67-1482-CF93-2F44-66436C154E17}"/>
              </a:ext>
            </a:extLst>
          </p:cNvPr>
          <p:cNvSpPr txBox="1"/>
          <p:nvPr/>
        </p:nvSpPr>
        <p:spPr>
          <a:xfrm>
            <a:off x="162690" y="147679"/>
            <a:ext cx="454343" cy="461665"/>
          </a:xfrm>
          <a:prstGeom prst="rect">
            <a:avLst/>
          </a:prstGeom>
          <a:noFill/>
        </p:spPr>
        <p:txBody>
          <a:bodyPr wrap="square" rtlCol="0">
            <a:spAutoFit/>
          </a:bodyPr>
          <a:lstStyle/>
          <a:p>
            <a:r>
              <a:rPr lang="vi-VN" sz="1200"/>
              <a:t>12</a:t>
            </a:r>
          </a:p>
          <a:p>
            <a:endParaRPr lang="vi-VN" sz="120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57"/>
                                        </p:tgtEl>
                                        <p:attrNameLst>
                                          <p:attrName>style.visibility</p:attrName>
                                        </p:attrNameLst>
                                      </p:cBhvr>
                                      <p:to>
                                        <p:strVal val="visible"/>
                                      </p:to>
                                    </p:set>
                                    <p:anim calcmode="lin" valueType="num">
                                      <p:cBhvr>
                                        <p:cTn id="7" dur="1000" fill="hold"/>
                                        <p:tgtEl>
                                          <p:spTgt spid="257"/>
                                        </p:tgtEl>
                                        <p:attrNameLst>
                                          <p:attrName>ppt_w</p:attrName>
                                        </p:attrNameLst>
                                      </p:cBhvr>
                                      <p:tavLst>
                                        <p:tav tm="0">
                                          <p:val>
                                            <p:fltVal val="0"/>
                                          </p:val>
                                        </p:tav>
                                        <p:tav tm="100000">
                                          <p:val>
                                            <p:strVal val="#ppt_w"/>
                                          </p:val>
                                        </p:tav>
                                      </p:tavLst>
                                    </p:anim>
                                    <p:anim calcmode="lin" valueType="num">
                                      <p:cBhvr>
                                        <p:cTn id="8" dur="1000" fill="hold"/>
                                        <p:tgtEl>
                                          <p:spTgt spid="257"/>
                                        </p:tgtEl>
                                        <p:attrNameLst>
                                          <p:attrName>ppt_h</p:attrName>
                                        </p:attrNameLst>
                                      </p:cBhvr>
                                      <p:tavLst>
                                        <p:tav tm="0">
                                          <p:val>
                                            <p:fltVal val="0"/>
                                          </p:val>
                                        </p:tav>
                                        <p:tav tm="100000">
                                          <p:val>
                                            <p:strVal val="#ppt_h"/>
                                          </p:val>
                                        </p:tav>
                                      </p:tavLst>
                                    </p:anim>
                                    <p:anim calcmode="lin" valueType="num">
                                      <p:cBhvr>
                                        <p:cTn id="9" dur="1000" fill="hold"/>
                                        <p:tgtEl>
                                          <p:spTgt spid="257"/>
                                        </p:tgtEl>
                                        <p:attrNameLst>
                                          <p:attrName>style.rotation</p:attrName>
                                        </p:attrNameLst>
                                      </p:cBhvr>
                                      <p:tavLst>
                                        <p:tav tm="0">
                                          <p:val>
                                            <p:fltVal val="90"/>
                                          </p:val>
                                        </p:tav>
                                        <p:tav tm="100000">
                                          <p:val>
                                            <p:fltVal val="0"/>
                                          </p:val>
                                        </p:tav>
                                      </p:tavLst>
                                    </p:anim>
                                    <p:animEffect transition="in" filter="fade">
                                      <p:cBhvr>
                                        <p:cTn id="10" dur="1000"/>
                                        <p:tgtEl>
                                          <p:spTgt spid="2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7" grpId="0"/>
    </p:bld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196</TotalTime>
  <Words>1270</Words>
  <Application>Microsoft Office PowerPoint</Application>
  <PresentationFormat>On-screen Show (16:9)</PresentationFormat>
  <Paragraphs>117</Paragraphs>
  <Slides>12</Slides>
  <Notes>10</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12</vt:i4>
      </vt:variant>
    </vt:vector>
  </HeadingPairs>
  <TitlesOfParts>
    <vt:vector size="25" baseType="lpstr">
      <vt:lpstr>Bahnschrift SemiBold</vt:lpstr>
      <vt:lpstr>Merriweather Sans Light</vt:lpstr>
      <vt:lpstr>Symbol</vt:lpstr>
      <vt:lpstr>Merriweather Sans</vt:lpstr>
      <vt:lpstr>Consolas</vt:lpstr>
      <vt:lpstr>Times New Roman</vt:lpstr>
      <vt:lpstr>Aptos Black</vt:lpstr>
      <vt:lpstr>Merriweather</vt:lpstr>
      <vt:lpstr>Wingdings</vt:lpstr>
      <vt:lpstr>Arial</vt:lpstr>
      <vt:lpstr>Impact</vt:lpstr>
      <vt:lpstr>Cambria Math</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Code tạo nhiễu </vt:lpstr>
      <vt:lpstr>Code cho bộ lọc thông thấp </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Minh Anh Nguyễn</dc:creator>
  <cp:lastModifiedBy>Minh Anh Nguyễn</cp:lastModifiedBy>
  <cp:revision>27</cp:revision>
  <dcterms:modified xsi:type="dcterms:W3CDTF">2024-07-22T11:23:24Z</dcterms:modified>
</cp:coreProperties>
</file>